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097" r:id="rId2"/>
    <p:sldId id="1103" r:id="rId3"/>
    <p:sldId id="1099" r:id="rId4"/>
    <p:sldId id="1100" r:id="rId5"/>
    <p:sldId id="1098" r:id="rId6"/>
    <p:sldId id="1104" r:id="rId7"/>
    <p:sldId id="1101" r:id="rId8"/>
    <p:sldId id="1105" r:id="rId9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95959"/>
    <a:srgbClr val="2E71EA"/>
    <a:srgbClr val="37E2FF"/>
    <a:srgbClr val="60BEA7"/>
    <a:srgbClr val="FFE699"/>
    <a:srgbClr val="BFBFBF"/>
    <a:srgbClr val="EC5F58"/>
    <a:srgbClr val="26A9F2"/>
    <a:srgbClr val="2A4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86" autoAdjust="0"/>
    <p:restoredTop sz="92790" autoAdjust="0"/>
  </p:normalViewPr>
  <p:slideViewPr>
    <p:cSldViewPr snapToGrid="0">
      <p:cViewPr varScale="1">
        <p:scale>
          <a:sx n="73" d="100"/>
          <a:sy n="73" d="100"/>
        </p:scale>
        <p:origin x="500" y="36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-3293" y="-8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06EB0-B97D-49F4-8313-D3926DE8860A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FEFB9-15C7-459E-AFDF-48C80CC82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02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34DEB-12D1-4386-BA98-56BFB740DC56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A9987-C07B-4DC6-8065-A1C5A878F31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598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9C9A-B79F-5567-C396-5A1C542D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49843E-7B23-38A7-1AD3-C229090B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E4D65-1E6A-BAA7-E199-452921E8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D5832-2EA8-2458-AC10-089E1C700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59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A5D6-ED18-2A99-5698-7906C3F4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E532EA-630D-2E02-CA7C-8A6F84E48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88272-FB18-B85E-89EA-E1A25A138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1955B-21F9-ABF3-9F88-5EB1714DC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5240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6712-A2D9-2E4A-8CC1-32F3D7F3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098C99-C86D-F3AC-64A5-0C15726CD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6A3BCD-7D6E-A073-F36D-D1340CD62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93071-249C-1C01-6207-9393A4416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306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25A5-F1EA-2D13-BEB7-03505A32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B4DCE-A9FF-258E-86F6-A5A52AD0F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B5DD0E-2904-A7AB-1B9E-9222F06CD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99EC7-CA73-D3E6-C15B-87EA0D40A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013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1DC1-AA95-CFB9-2296-51B0407D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9AFC68-7794-6EE5-DCAE-30C2E4940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C46F9E-27C4-9122-773A-75229EE64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136B3-2FDB-4F06-F403-3E5A3FBB8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6939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8FBB-6EF0-3F81-E077-AAFB3ECD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A16CEF-E15F-6E33-7990-9B9CBFECB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E1090C-9D9E-B569-7A9F-0A3EF73CD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168BDC-DD14-5EAB-F4B6-567F749FE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73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5874-EB50-6C4D-1797-33DB5D59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BE9630-09BF-839A-516C-E855B2472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E61407-C9B0-A153-5D0D-652850C3D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1689E-1281-6F99-55CE-E1BD7E82C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3833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201D-ECE3-FEBA-C771-2D87D391E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A1E8BC-65AA-3CD2-5365-D3E115351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CB6C8-D410-2090-7AD4-F7F742829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41331-5742-C43E-A2EB-6C206D461B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78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396134" y="6468537"/>
            <a:ext cx="711200" cy="366182"/>
          </a:xfrm>
          <a:prstGeom prst="rect">
            <a:avLst/>
          </a:prstGeom>
        </p:spPr>
        <p:txBody>
          <a:bodyPr vert="horz" lIns="121873" tIns="60935" rIns="121873" bIns="60935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BB789-FA18-47F0-8F5E-895E398FBCA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81035" y="804333"/>
            <a:ext cx="11628342" cy="556260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F5BE63-F116-286A-155E-BC300702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66" y="185332"/>
            <a:ext cx="1147945" cy="11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2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39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8264-066F-9E41-1893-0635DDBB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7A78E81-0C44-2354-2B6C-924D6A4A43C0}"/>
              </a:ext>
            </a:extLst>
          </p:cNvPr>
          <p:cNvGrpSpPr/>
          <p:nvPr/>
        </p:nvGrpSpPr>
        <p:grpSpPr>
          <a:xfrm>
            <a:off x="4626971" y="1431335"/>
            <a:ext cx="2713883" cy="442592"/>
            <a:chOff x="444483" y="148389"/>
            <a:chExt cx="2714517" cy="44269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D4BB92-6E58-E7AD-483A-8505957C6649}"/>
                </a:ext>
              </a:extLst>
            </p:cNvPr>
            <p:cNvSpPr txBox="1"/>
            <p:nvPr/>
          </p:nvSpPr>
          <p:spPr>
            <a:xfrm>
              <a:off x="575331" y="283235"/>
              <a:ext cx="6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endPara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C68D1E-3A75-3F3F-E090-6AF9E704CA09}"/>
                </a:ext>
              </a:extLst>
            </p:cNvPr>
            <p:cNvSpPr txBox="1"/>
            <p:nvPr/>
          </p:nvSpPr>
          <p:spPr>
            <a:xfrm>
              <a:off x="444483" y="148389"/>
              <a:ext cx="2714517" cy="36941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Ring Buffer</a:t>
              </a:r>
              <a:r>
                <a:rPr lang="ko-KR" altLang="en-US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세미나</a:t>
              </a:r>
              <a:endPara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A5589E3-1CD0-3FE3-B4FD-3D7E1089FD97}"/>
              </a:ext>
            </a:extLst>
          </p:cNvPr>
          <p:cNvSpPr txBox="1"/>
          <p:nvPr/>
        </p:nvSpPr>
        <p:spPr>
          <a:xfrm>
            <a:off x="1709788" y="2789622"/>
            <a:ext cx="6096000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Buffer </a:t>
            </a:r>
            <a:r>
              <a:rPr lang="ko-KR" altLang="en-US" b="1" dirty="0"/>
              <a:t>초기화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altLang="ko-KR" b="1" dirty="0"/>
              <a:t>Buffer enqueue / dequeue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b="1" dirty="0"/>
              <a:t>내부 상태 판단 함수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Buffer</a:t>
            </a:r>
            <a:r>
              <a:rPr lang="ko-KR" altLang="en-US" b="1" dirty="0"/>
              <a:t> </a:t>
            </a:r>
            <a:r>
              <a:rPr lang="en-US" altLang="ko-KR" b="1" dirty="0"/>
              <a:t>data</a:t>
            </a:r>
            <a:r>
              <a:rPr lang="ko-KR" altLang="en-US" b="1" dirty="0"/>
              <a:t> 출력</a:t>
            </a:r>
            <a:r>
              <a:rPr lang="en-US" altLang="ko-KR" b="1" dirty="0"/>
              <a:t>/</a:t>
            </a:r>
            <a:r>
              <a:rPr lang="ko-KR" altLang="en-US" b="1" dirty="0"/>
              <a:t>상태 확인</a:t>
            </a:r>
            <a:r>
              <a:rPr lang="en-US" altLang="ko-KR" b="1" dirty="0"/>
              <a:t> </a:t>
            </a:r>
            <a:endParaRPr lang="ko-KR" altLang="en-US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Main </a:t>
            </a:r>
            <a:r>
              <a:rPr lang="ko-KR" altLang="en-US" b="1" dirty="0"/>
              <a:t>내부 동작 </a:t>
            </a:r>
          </a:p>
        </p:txBody>
      </p:sp>
    </p:spTree>
    <p:extLst>
      <p:ext uri="{BB962C8B-B14F-4D97-AF65-F5344CB8AC3E}">
        <p14:creationId xmlns:p14="http://schemas.microsoft.com/office/powerpoint/2010/main" val="323014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11CB-BF7E-D212-2E4D-8B7CC948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4BE8BB2-BB1C-6978-D0CE-CCC1D2F76A72}"/>
              </a:ext>
            </a:extLst>
          </p:cNvPr>
          <p:cNvGrpSpPr/>
          <p:nvPr/>
        </p:nvGrpSpPr>
        <p:grpSpPr>
          <a:xfrm>
            <a:off x="399814" y="141797"/>
            <a:ext cx="2261724" cy="307777"/>
            <a:chOff x="426281" y="283235"/>
            <a:chExt cx="226224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3E6D77-70ED-879A-47C0-E6CEAA39575E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DB1547-956A-F800-310E-B6290B2CD3C5}"/>
                </a:ext>
              </a:extLst>
            </p:cNvPr>
            <p:cNvSpPr txBox="1"/>
            <p:nvPr/>
          </p:nvSpPr>
          <p:spPr>
            <a:xfrm>
              <a:off x="690724" y="298625"/>
              <a:ext cx="1997801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Buffer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초기화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3A87103-2C66-3D03-D0F9-7B5EA53D2050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CA05833-5CC4-4E23-193C-0FE9D2611227}"/>
              </a:ext>
            </a:extLst>
          </p:cNvPr>
          <p:cNvSpPr txBox="1"/>
          <p:nvPr/>
        </p:nvSpPr>
        <p:spPr>
          <a:xfrm>
            <a:off x="327906" y="763698"/>
            <a:ext cx="1881925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initRingBuffer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1F3B48-B19F-96F3-E45A-662464E347D2}"/>
              </a:ext>
            </a:extLst>
          </p:cNvPr>
          <p:cNvSpPr txBox="1"/>
          <p:nvPr/>
        </p:nvSpPr>
        <p:spPr>
          <a:xfrm>
            <a:off x="327906" y="1220053"/>
            <a:ext cx="3140283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구조체의 각 요소 초기화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-’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rb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-&gt;size’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용도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-&gt; 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isEmpty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판단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C75DF8A-70FE-39F9-29BD-8A1457D8E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556075"/>
              </p:ext>
            </p:extLst>
          </p:nvPr>
        </p:nvGraphicFramePr>
        <p:xfrm>
          <a:off x="5485911" y="3350289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FA8AAB-79B6-5501-2C9D-64D3AC43DE00}"/>
              </a:ext>
            </a:extLst>
          </p:cNvPr>
          <p:cNvSpPr/>
          <p:nvPr/>
        </p:nvSpPr>
        <p:spPr>
          <a:xfrm>
            <a:off x="7629533" y="5213806"/>
            <a:ext cx="1818157" cy="4205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Buffer_size</a:t>
            </a:r>
            <a:r>
              <a:rPr lang="en-US" altLang="ko-KR" b="1" dirty="0">
                <a:solidFill>
                  <a:schemeClr val="tx1"/>
                </a:solidFill>
              </a:rPr>
              <a:t> =5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0066B67-B757-2058-B2BC-7686EBFA9A21}"/>
              </a:ext>
            </a:extLst>
          </p:cNvPr>
          <p:cNvGrpSpPr/>
          <p:nvPr/>
        </p:nvGrpSpPr>
        <p:grpSpPr>
          <a:xfrm>
            <a:off x="5626752" y="4175599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5A0A2B52-573F-02E5-E9D8-66FE51BA8F9E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화살표: 위쪽 28">
              <a:extLst>
                <a:ext uri="{FF2B5EF4-FFF2-40B4-BE49-F238E27FC236}">
                  <a16:creationId xmlns:a16="http://schemas.microsoft.com/office/drawing/2014/main" id="{A461D461-D145-F62D-22BE-A3D81D877C0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343B23D-BFBA-2D49-9CD0-06F989E0B080}"/>
              </a:ext>
            </a:extLst>
          </p:cNvPr>
          <p:cNvGrpSpPr/>
          <p:nvPr/>
        </p:nvGrpSpPr>
        <p:grpSpPr>
          <a:xfrm>
            <a:off x="5626752" y="2811662"/>
            <a:ext cx="827314" cy="625293"/>
            <a:chOff x="7913626" y="234700"/>
            <a:chExt cx="827314" cy="62529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508372E-0814-BD5D-BE67-50EF7C66D21D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24F5ACB4-C689-DB42-5715-EFC7D3F421D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32E3C164-69AF-1900-C54D-06B54A298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" y="2136632"/>
            <a:ext cx="5057817" cy="293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3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DC91-4349-CFB0-E4B5-3142242E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E0EC84-73D6-47DD-1F2A-BAAC7DE1F1BC}"/>
              </a:ext>
            </a:extLst>
          </p:cNvPr>
          <p:cNvGrpSpPr/>
          <p:nvPr/>
        </p:nvGrpSpPr>
        <p:grpSpPr>
          <a:xfrm>
            <a:off x="399814" y="141797"/>
            <a:ext cx="3188260" cy="307777"/>
            <a:chOff x="426281" y="283235"/>
            <a:chExt cx="3188991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AC170A-6DF5-5BE0-4FC7-356D934D3D86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6CF91B-02D2-68E2-1793-8D96D5C6876E}"/>
                </a:ext>
              </a:extLst>
            </p:cNvPr>
            <p:cNvSpPr txBox="1"/>
            <p:nvPr/>
          </p:nvSpPr>
          <p:spPr>
            <a:xfrm>
              <a:off x="690724" y="298625"/>
              <a:ext cx="2924548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enqueue / dequeue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6F9FE23-7250-B294-A863-42A6D10CF444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75981A-9625-CE35-D948-67E5F4DF7784}"/>
              </a:ext>
            </a:extLst>
          </p:cNvPr>
          <p:cNvSpPr txBox="1"/>
          <p:nvPr/>
        </p:nvSpPr>
        <p:spPr>
          <a:xfrm>
            <a:off x="263234" y="1020700"/>
            <a:ext cx="3103938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enqueue()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752F8-340B-6C24-65B8-A79A96EBBF12}"/>
              </a:ext>
            </a:extLst>
          </p:cNvPr>
          <p:cNvSpPr txBox="1"/>
          <p:nvPr/>
        </p:nvSpPr>
        <p:spPr>
          <a:xfrm>
            <a:off x="6522172" y="439189"/>
            <a:ext cx="3097643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Data 2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 됨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-[0]~[1]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enqueue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후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[2]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rear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위치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7EE482-03D0-B72C-D78E-568D3FB7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787282"/>
              </p:ext>
            </p:extLst>
          </p:nvPr>
        </p:nvGraphicFramePr>
        <p:xfrm>
          <a:off x="5485911" y="1102675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71F9D4C0-161E-3D16-CEE7-0AAEA70B5FD0}"/>
              </a:ext>
            </a:extLst>
          </p:cNvPr>
          <p:cNvGrpSpPr/>
          <p:nvPr/>
        </p:nvGrpSpPr>
        <p:grpSpPr>
          <a:xfrm>
            <a:off x="8070993" y="1853583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BFC4A7A-91E3-4CDE-D624-E22FBFADABF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화살표: 위쪽 28">
              <a:extLst>
                <a:ext uri="{FF2B5EF4-FFF2-40B4-BE49-F238E27FC236}">
                  <a16:creationId xmlns:a16="http://schemas.microsoft.com/office/drawing/2014/main" id="{2609017F-5723-EEC0-8757-58C8C26C81A2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18C3B36-491F-DD87-6742-863822E008A3}"/>
              </a:ext>
            </a:extLst>
          </p:cNvPr>
          <p:cNvGrpSpPr/>
          <p:nvPr/>
        </p:nvGrpSpPr>
        <p:grpSpPr>
          <a:xfrm>
            <a:off x="5626752" y="564048"/>
            <a:ext cx="827314" cy="625293"/>
            <a:chOff x="7913626" y="234700"/>
            <a:chExt cx="827314" cy="62529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44F5835-29C0-30DE-0735-406F64734B66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FDE197C9-370D-980B-3173-F9EF8B0B772E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F067FE6-BE80-B588-537A-BDEA0AEF6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229531"/>
              </p:ext>
            </p:extLst>
          </p:nvPr>
        </p:nvGraphicFramePr>
        <p:xfrm>
          <a:off x="5522198" y="322175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78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078E34EF-DD4C-5C30-E471-2FCCF06E2CBA}"/>
              </a:ext>
            </a:extLst>
          </p:cNvPr>
          <p:cNvGrpSpPr/>
          <p:nvPr/>
        </p:nvGrpSpPr>
        <p:grpSpPr>
          <a:xfrm>
            <a:off x="5682343" y="3888309"/>
            <a:ext cx="827314" cy="715199"/>
            <a:chOff x="8596086" y="2744558"/>
            <a:chExt cx="827314" cy="71519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EA15CF7F-F53D-A8F9-1C25-91484365D78B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화살표: 위쪽 37">
              <a:extLst>
                <a:ext uri="{FF2B5EF4-FFF2-40B4-BE49-F238E27FC236}">
                  <a16:creationId xmlns:a16="http://schemas.microsoft.com/office/drawing/2014/main" id="{B2CB5D7C-585A-1C7D-9315-26E680485AF1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2694B64-8621-1DD9-3043-8AED76A5C3F6}"/>
              </a:ext>
            </a:extLst>
          </p:cNvPr>
          <p:cNvGrpSpPr/>
          <p:nvPr/>
        </p:nvGrpSpPr>
        <p:grpSpPr>
          <a:xfrm>
            <a:off x="5626751" y="2486037"/>
            <a:ext cx="827314" cy="625293"/>
            <a:chOff x="7913626" y="234700"/>
            <a:chExt cx="827314" cy="625293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D70337F2-D06A-9A67-60F5-8038C8B8B970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1" name="화살표: 아래쪽 40">
              <a:extLst>
                <a:ext uri="{FF2B5EF4-FFF2-40B4-BE49-F238E27FC236}">
                  <a16:creationId xmlns:a16="http://schemas.microsoft.com/office/drawing/2014/main" id="{4820F4B5-CA2A-9985-A12D-B660DF31A60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D890A06-9616-B5C7-5245-CBC058C8E55F}"/>
              </a:ext>
            </a:extLst>
          </p:cNvPr>
          <p:cNvSpPr txBox="1"/>
          <p:nvPr/>
        </p:nvSpPr>
        <p:spPr>
          <a:xfrm>
            <a:off x="5080677" y="1824501"/>
            <a:ext cx="3337364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[2]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부터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data 4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[0]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에서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enqueue 5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번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이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true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29C4428-AF24-D340-3CB2-440770B4E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513694"/>
              </p:ext>
            </p:extLst>
          </p:nvPr>
        </p:nvGraphicFramePr>
        <p:xfrm>
          <a:off x="5543972" y="5253743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70280748-E56F-B1F8-0274-40A3C286CA2F}"/>
              </a:ext>
            </a:extLst>
          </p:cNvPr>
          <p:cNvGrpSpPr/>
          <p:nvPr/>
        </p:nvGrpSpPr>
        <p:grpSpPr>
          <a:xfrm>
            <a:off x="7971687" y="6061211"/>
            <a:ext cx="827314" cy="715199"/>
            <a:chOff x="8596086" y="2744558"/>
            <a:chExt cx="827314" cy="71519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A8411F1-E373-4B48-34DE-F730C992F949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화살표: 위쪽 15">
              <a:extLst>
                <a:ext uri="{FF2B5EF4-FFF2-40B4-BE49-F238E27FC236}">
                  <a16:creationId xmlns:a16="http://schemas.microsoft.com/office/drawing/2014/main" id="{FBB5E82E-301A-B46A-0A64-955D24E7588E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5FCDA88-C04C-14D7-57E7-2015753B3695}"/>
              </a:ext>
            </a:extLst>
          </p:cNvPr>
          <p:cNvGrpSpPr/>
          <p:nvPr/>
        </p:nvGrpSpPr>
        <p:grpSpPr>
          <a:xfrm>
            <a:off x="7988181" y="4593974"/>
            <a:ext cx="827314" cy="625293"/>
            <a:chOff x="7910524" y="234700"/>
            <a:chExt cx="827314" cy="62529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89A89E1-6772-0D37-304E-78FF6DD7CFD5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1" name="화살표: 아래쪽 20">
              <a:extLst>
                <a:ext uri="{FF2B5EF4-FFF2-40B4-BE49-F238E27FC236}">
                  <a16:creationId xmlns:a16="http://schemas.microsoft.com/office/drawing/2014/main" id="{FF715F50-47AD-78F4-D599-D4C9FD2657D4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12F4B61-06F7-F7E5-D106-4573BC6201B0}"/>
              </a:ext>
            </a:extLst>
          </p:cNvPr>
          <p:cNvSpPr txBox="1"/>
          <p:nvPr/>
        </p:nvSpPr>
        <p:spPr>
          <a:xfrm>
            <a:off x="5289908" y="4696299"/>
            <a:ext cx="320211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cs typeface="Pretendard SemiBold" pitchFamily="50" charset="-127"/>
              </a:rPr>
              <a:t>enqueue() 2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cs typeface="Pretendard SemiBold" pitchFamily="50" charset="-127"/>
              </a:rPr>
              <a:t>번 진행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87CA82-2958-6E0A-771E-D04A0B261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02" y="2138333"/>
            <a:ext cx="4872816" cy="21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1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6DBE-7D68-6ABA-AF2E-DCB1A955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8315AA6-05A8-8621-16FC-34474B01F65C}"/>
              </a:ext>
            </a:extLst>
          </p:cNvPr>
          <p:cNvGrpSpPr/>
          <p:nvPr/>
        </p:nvGrpSpPr>
        <p:grpSpPr>
          <a:xfrm>
            <a:off x="399814" y="141797"/>
            <a:ext cx="3188260" cy="307777"/>
            <a:chOff x="426281" y="283235"/>
            <a:chExt cx="3188991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71B6B8-8333-6CBE-E348-66A2D0A25B55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329F62-52C0-945B-1C6E-79DC4D2F4B08}"/>
                </a:ext>
              </a:extLst>
            </p:cNvPr>
            <p:cNvSpPr txBox="1"/>
            <p:nvPr/>
          </p:nvSpPr>
          <p:spPr>
            <a:xfrm>
              <a:off x="690724" y="298625"/>
              <a:ext cx="2924548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enqueue / dequeue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A963875-4997-DA01-7EF3-FD3BBBE821E0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93D56D8-CFF6-E1A3-FBF3-FAF910CEA04C}"/>
              </a:ext>
            </a:extLst>
          </p:cNvPr>
          <p:cNvSpPr txBox="1"/>
          <p:nvPr/>
        </p:nvSpPr>
        <p:spPr>
          <a:xfrm>
            <a:off x="305824" y="961235"/>
            <a:ext cx="1376980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dequeue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79EE0AC1-F067-E9D9-97EA-4DDA557E5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11963"/>
              </p:ext>
            </p:extLst>
          </p:nvPr>
        </p:nvGraphicFramePr>
        <p:xfrm>
          <a:off x="5522200" y="125216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4E785712-8D85-E822-1149-EA6B06211930}"/>
              </a:ext>
            </a:extLst>
          </p:cNvPr>
          <p:cNvGrpSpPr/>
          <p:nvPr/>
        </p:nvGrpSpPr>
        <p:grpSpPr>
          <a:xfrm>
            <a:off x="9099656" y="1992456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0659CEC2-7F54-E395-D422-CCDA94CC164E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7F951BEA-3FB0-AA84-978C-DB1A6825BA3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A645E08-8A77-C782-92EA-CD8851017E87}"/>
              </a:ext>
            </a:extLst>
          </p:cNvPr>
          <p:cNvGrpSpPr/>
          <p:nvPr/>
        </p:nvGrpSpPr>
        <p:grpSpPr>
          <a:xfrm>
            <a:off x="5682343" y="60589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E446DEEB-6B59-63F1-F21F-DADD70C418CB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F806824C-31A3-74CC-5AF8-639C302BEE2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F6361EE5-6D31-CA9E-683D-A3763F000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445190"/>
              </p:ext>
            </p:extLst>
          </p:nvPr>
        </p:nvGraphicFramePr>
        <p:xfrm>
          <a:off x="5529457" y="4363338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EDBEFC50-5665-B915-FB46-4A1E67381F66}"/>
              </a:ext>
            </a:extLst>
          </p:cNvPr>
          <p:cNvGrpSpPr/>
          <p:nvPr/>
        </p:nvGrpSpPr>
        <p:grpSpPr>
          <a:xfrm>
            <a:off x="9106913" y="5103633"/>
            <a:ext cx="827314" cy="715199"/>
            <a:chOff x="8596086" y="2744558"/>
            <a:chExt cx="827314" cy="71519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E18AE56-A8FD-F5A9-C438-945DFD24D008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63" name="화살표: 위쪽 62">
              <a:extLst>
                <a:ext uri="{FF2B5EF4-FFF2-40B4-BE49-F238E27FC236}">
                  <a16:creationId xmlns:a16="http://schemas.microsoft.com/office/drawing/2014/main" id="{099F8588-1F9B-B9FF-6FDB-E7491D285F74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90583B6-0B99-1C6B-F563-F4DB880E1B39}"/>
              </a:ext>
            </a:extLst>
          </p:cNvPr>
          <p:cNvGrpSpPr/>
          <p:nvPr/>
        </p:nvGrpSpPr>
        <p:grpSpPr>
          <a:xfrm>
            <a:off x="9122473" y="3841588"/>
            <a:ext cx="827314" cy="625293"/>
            <a:chOff x="7910524" y="234700"/>
            <a:chExt cx="827314" cy="625293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581A90FE-413C-828B-6820-8489F4D39916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66" name="화살표: 아래쪽 65">
              <a:extLst>
                <a:ext uri="{FF2B5EF4-FFF2-40B4-BE49-F238E27FC236}">
                  <a16:creationId xmlns:a16="http://schemas.microsoft.com/office/drawing/2014/main" id="{61CCA606-6197-304C-0B95-9C09EF6F1126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893185D-DC65-3C80-80A0-26895A458559}"/>
              </a:ext>
            </a:extLst>
          </p:cNvPr>
          <p:cNvSpPr txBox="1"/>
          <p:nvPr/>
        </p:nvSpPr>
        <p:spPr>
          <a:xfrm>
            <a:off x="6579618" y="811485"/>
            <a:ext cx="3262753" cy="2814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dequeue () </a:t>
            </a:r>
            <a:r>
              <a:rPr lang="ko-KR" altLang="en-US" sz="1400" dirty="0"/>
              <a:t>시작 전</a:t>
            </a:r>
            <a:r>
              <a:rPr lang="en-US" altLang="ko-KR" sz="1400" dirty="0"/>
              <a:t>, Front</a:t>
            </a:r>
            <a:r>
              <a:rPr lang="ko-KR" altLang="en-US" sz="1400" dirty="0"/>
              <a:t>는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B8DDA9-7109-4E85-C947-AE39C88F3033}"/>
              </a:ext>
            </a:extLst>
          </p:cNvPr>
          <p:cNvSpPr txBox="1"/>
          <p:nvPr/>
        </p:nvSpPr>
        <p:spPr>
          <a:xfrm>
            <a:off x="5386519" y="3657343"/>
            <a:ext cx="3968093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dequeue () 3</a:t>
            </a:r>
            <a:r>
              <a:rPr lang="ko-KR" altLang="en-US" sz="1400" dirty="0"/>
              <a:t>회</a:t>
            </a:r>
            <a:r>
              <a:rPr lang="en-US" altLang="ko-KR" sz="1400" dirty="0"/>
              <a:t> </a:t>
            </a:r>
            <a:r>
              <a:rPr lang="ko-KR" altLang="en-US" sz="1400" dirty="0"/>
              <a:t>완료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/>
              <a:t>isFull</a:t>
            </a:r>
            <a:r>
              <a:rPr lang="en-US" altLang="ko-KR" sz="1400" dirty="0"/>
              <a:t>()</a:t>
            </a:r>
            <a:r>
              <a:rPr lang="ko-KR" altLang="en-US" sz="1400" dirty="0"/>
              <a:t> 상태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1A371A-3661-08FA-7913-578F66D4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" y="1992456"/>
            <a:ext cx="5175752" cy="261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4ECE-E85A-8A72-B4B3-56CB4B2F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6E27785-01ED-ED33-0EAB-4D9A13E1ED0E}"/>
              </a:ext>
            </a:extLst>
          </p:cNvPr>
          <p:cNvGrpSpPr/>
          <p:nvPr/>
        </p:nvGrpSpPr>
        <p:grpSpPr>
          <a:xfrm>
            <a:off x="399814" y="151845"/>
            <a:ext cx="3117727" cy="307777"/>
            <a:chOff x="426281" y="283235"/>
            <a:chExt cx="311844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B10470-DDDE-5438-5C48-016FEEEB16A1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0D79A2-25BB-3C4F-FD21-EE9D7A040AB0}"/>
                </a:ext>
              </a:extLst>
            </p:cNvPr>
            <p:cNvSpPr txBox="1"/>
            <p:nvPr/>
          </p:nvSpPr>
          <p:spPr>
            <a:xfrm>
              <a:off x="690724" y="298625"/>
              <a:ext cx="2854001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Buffer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내부 상태 판단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52A2A51-842F-ABEA-1D38-3CEAAD35FF1C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4A13D80-E2C6-D61A-2CC6-BA2FBBEEE68F}"/>
              </a:ext>
            </a:extLst>
          </p:cNvPr>
          <p:cNvSpPr txBox="1"/>
          <p:nvPr/>
        </p:nvSpPr>
        <p:spPr>
          <a:xfrm>
            <a:off x="232112" y="1236523"/>
            <a:ext cx="2082301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isFull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(),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isEmpty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DE637456-477C-D941-D2CF-15EC1F8C8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641611"/>
              </p:ext>
            </p:extLst>
          </p:nvPr>
        </p:nvGraphicFramePr>
        <p:xfrm>
          <a:off x="5584611" y="1306293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43" name="그룹 42">
            <a:extLst>
              <a:ext uri="{FF2B5EF4-FFF2-40B4-BE49-F238E27FC236}">
                <a16:creationId xmlns:a16="http://schemas.microsoft.com/office/drawing/2014/main" id="{3CA64D98-D44A-68F1-C2F0-982BFF7C60E3}"/>
              </a:ext>
            </a:extLst>
          </p:cNvPr>
          <p:cNvGrpSpPr/>
          <p:nvPr/>
        </p:nvGrpSpPr>
        <p:grpSpPr>
          <a:xfrm>
            <a:off x="5682343" y="2231052"/>
            <a:ext cx="827314" cy="715199"/>
            <a:chOff x="8596086" y="2744558"/>
            <a:chExt cx="827314" cy="71519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30D46C1D-C320-87CF-B3D2-CE2F37FDC24F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5" name="화살표: 위쪽 44">
              <a:extLst>
                <a:ext uri="{FF2B5EF4-FFF2-40B4-BE49-F238E27FC236}">
                  <a16:creationId xmlns:a16="http://schemas.microsoft.com/office/drawing/2014/main" id="{42B5F218-C77A-66EE-737E-C5177DA35FC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89C9B4E-1E14-2BE5-EBAD-815A7A4028D4}"/>
              </a:ext>
            </a:extLst>
          </p:cNvPr>
          <p:cNvGrpSpPr/>
          <p:nvPr/>
        </p:nvGrpSpPr>
        <p:grpSpPr>
          <a:xfrm>
            <a:off x="5682343" y="513901"/>
            <a:ext cx="827314" cy="625293"/>
            <a:chOff x="7913626" y="234700"/>
            <a:chExt cx="827314" cy="625293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1B1E912-99C7-81C5-144C-1BD9BAB3DB34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8" name="화살표: 아래쪽 47">
              <a:extLst>
                <a:ext uri="{FF2B5EF4-FFF2-40B4-BE49-F238E27FC236}">
                  <a16:creationId xmlns:a16="http://schemas.microsoft.com/office/drawing/2014/main" id="{1221E1E3-180E-1F91-BBF4-C15095B98AA0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A0BEBDD-8EA1-97C5-4B1A-83AFCE00A4C0}"/>
              </a:ext>
            </a:extLst>
          </p:cNvPr>
          <p:cNvSpPr txBox="1"/>
          <p:nvPr/>
        </p:nvSpPr>
        <p:spPr>
          <a:xfrm>
            <a:off x="6558998" y="2709074"/>
            <a:ext cx="4086055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enqueue()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진행 시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size++ (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단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일 때 제외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)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413A6C-1A65-A5C5-D187-39D223F03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86" y="2485642"/>
            <a:ext cx="4296375" cy="27245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B54CCF-045E-D235-3A67-28D4DBF47115}"/>
              </a:ext>
            </a:extLst>
          </p:cNvPr>
          <p:cNvSpPr txBox="1"/>
          <p:nvPr/>
        </p:nvSpPr>
        <p:spPr>
          <a:xfrm>
            <a:off x="6726825" y="526174"/>
            <a:ext cx="2173672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dequeue()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진행 시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size--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3DBF81F-15DE-CF53-13C4-4F4D9735F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359002"/>
              </p:ext>
            </p:extLst>
          </p:nvPr>
        </p:nvGraphicFramePr>
        <p:xfrm>
          <a:off x="5522203" y="4439500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F5047AA3-60EA-75C0-83A0-452F38755384}"/>
              </a:ext>
            </a:extLst>
          </p:cNvPr>
          <p:cNvGrpSpPr/>
          <p:nvPr/>
        </p:nvGrpSpPr>
        <p:grpSpPr>
          <a:xfrm>
            <a:off x="5682342" y="5347938"/>
            <a:ext cx="827314" cy="715199"/>
            <a:chOff x="8596086" y="2744558"/>
            <a:chExt cx="827314" cy="71519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652FD35-9B2A-478C-8937-651EB7E615A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화살표: 위쪽 15">
              <a:extLst>
                <a:ext uri="{FF2B5EF4-FFF2-40B4-BE49-F238E27FC236}">
                  <a16:creationId xmlns:a16="http://schemas.microsoft.com/office/drawing/2014/main" id="{F63C70FA-CFCA-13D7-8E4F-F0694DBB2817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F6A3FD9-2ABC-17BB-5DE5-0745BE981DCD}"/>
              </a:ext>
            </a:extLst>
          </p:cNvPr>
          <p:cNvGrpSpPr/>
          <p:nvPr/>
        </p:nvGrpSpPr>
        <p:grpSpPr>
          <a:xfrm>
            <a:off x="5682346" y="3793229"/>
            <a:ext cx="827314" cy="625293"/>
            <a:chOff x="7910524" y="234700"/>
            <a:chExt cx="827314" cy="625293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D6CE7014-AABA-CA1F-5F92-5D1CBCD7FA55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9F7EF6CB-6B1D-DA31-8334-E672EAF2647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48FD0ED-F27E-9C3B-5364-F6CB9FB5E42F}"/>
              </a:ext>
            </a:extLst>
          </p:cNvPr>
          <p:cNvSpPr txBox="1"/>
          <p:nvPr/>
        </p:nvSpPr>
        <p:spPr>
          <a:xfrm>
            <a:off x="6609805" y="5607728"/>
            <a:ext cx="2290692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enqueue() 5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회 진행 완료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cs typeface="Pretendard SemiBold" pitchFamily="50" charset="-127"/>
              </a:rPr>
              <a:t>isFull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cs typeface="Pretendard SemiBold" pitchFamily="50" charset="-127"/>
              </a:rPr>
              <a:t>()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cs typeface="Pretendard SemiBold" pitchFamily="50" charset="-127"/>
              </a:rPr>
              <a:t>상태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088C55-CAA9-FF4A-8754-F4D092266442}"/>
              </a:ext>
            </a:extLst>
          </p:cNvPr>
          <p:cNvSpPr txBox="1"/>
          <p:nvPr/>
        </p:nvSpPr>
        <p:spPr>
          <a:xfrm>
            <a:off x="10197015" y="713879"/>
            <a:ext cx="896079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Size = 0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0A935E-66D0-6D1C-DD12-B3A388E138A7}"/>
              </a:ext>
            </a:extLst>
          </p:cNvPr>
          <p:cNvSpPr txBox="1"/>
          <p:nvPr/>
        </p:nvSpPr>
        <p:spPr>
          <a:xfrm>
            <a:off x="10197014" y="3943440"/>
            <a:ext cx="896079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Size = 5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13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93DFA-2692-B269-6F45-4F6B6F16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5BF7DE0-5067-17BB-C0AE-C798630D784D}"/>
              </a:ext>
            </a:extLst>
          </p:cNvPr>
          <p:cNvGrpSpPr/>
          <p:nvPr/>
        </p:nvGrpSpPr>
        <p:grpSpPr>
          <a:xfrm>
            <a:off x="399814" y="141797"/>
            <a:ext cx="3239555" cy="307777"/>
            <a:chOff x="426281" y="283235"/>
            <a:chExt cx="324030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CF3E86-F324-4325-DCB0-19DB021AD337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4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78F45A-C79C-EE77-3394-417BD6913F39}"/>
                </a:ext>
              </a:extLst>
            </p:cNvPr>
            <p:cNvSpPr txBox="1"/>
            <p:nvPr/>
          </p:nvSpPr>
          <p:spPr>
            <a:xfrm>
              <a:off x="690724" y="298625"/>
              <a:ext cx="297585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data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출력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/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상태 확인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89B52F-E544-CA77-5D97-6255719D7011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EF38F36-14FF-4AD2-D527-E144172E28F5}"/>
              </a:ext>
            </a:extLst>
          </p:cNvPr>
          <p:cNvSpPr txBox="1"/>
          <p:nvPr/>
        </p:nvSpPr>
        <p:spPr>
          <a:xfrm>
            <a:off x="548894" y="752823"/>
            <a:ext cx="2098327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display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D90A2028-BCFF-3160-1A8B-4D60B7413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160854"/>
              </p:ext>
            </p:extLst>
          </p:nvPr>
        </p:nvGraphicFramePr>
        <p:xfrm>
          <a:off x="6323389" y="2531656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F2C1DBC1-CBAD-12E4-8B50-F74368F13C26}"/>
              </a:ext>
            </a:extLst>
          </p:cNvPr>
          <p:cNvGrpSpPr/>
          <p:nvPr/>
        </p:nvGrpSpPr>
        <p:grpSpPr>
          <a:xfrm>
            <a:off x="9900845" y="3271951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B363D65B-AA8C-BA03-87FD-9C53B2B8A31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BE34F24B-7026-98B2-FE74-969E5CFCDE45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8B8C3AA-AE81-43E5-DC09-96762CA56040}"/>
              </a:ext>
            </a:extLst>
          </p:cNvPr>
          <p:cNvGrpSpPr/>
          <p:nvPr/>
        </p:nvGrpSpPr>
        <p:grpSpPr>
          <a:xfrm>
            <a:off x="6483532" y="1885385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F746A8A2-6FCB-A1A5-976F-32CBD09221A3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3D235951-4F2F-9034-9B4C-9AC4A1D31531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46F46A-D777-0AFB-51BF-E7FC9C47F568}"/>
              </a:ext>
            </a:extLst>
          </p:cNvPr>
          <p:cNvSpPr txBox="1"/>
          <p:nvPr/>
        </p:nvSpPr>
        <p:spPr>
          <a:xfrm>
            <a:off x="7506817" y="1643128"/>
            <a:ext cx="460382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Front = 0, size = 3</a:t>
            </a:r>
            <a:r>
              <a:rPr lang="ko-KR" altLang="en-US" sz="1400" dirty="0"/>
              <a:t>인 상태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38FF41-563A-BD02-6133-4BA7B3DA0104}"/>
              </a:ext>
            </a:extLst>
          </p:cNvPr>
          <p:cNvSpPr txBox="1"/>
          <p:nvPr/>
        </p:nvSpPr>
        <p:spPr>
          <a:xfrm>
            <a:off x="548894" y="1266069"/>
            <a:ext cx="460382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 </a:t>
            </a:r>
            <a:r>
              <a:rPr lang="en-US" altLang="ko-KR" sz="1400" dirty="0"/>
              <a:t>.front</a:t>
            </a:r>
            <a:r>
              <a:rPr lang="ko-KR" altLang="en-US" sz="1400" dirty="0"/>
              <a:t> 위치부터 </a:t>
            </a:r>
            <a:r>
              <a:rPr lang="en-US" altLang="ko-KR" sz="1400" dirty="0"/>
              <a:t>size </a:t>
            </a:r>
            <a:r>
              <a:rPr lang="ko-KR" altLang="en-US" sz="1400" dirty="0"/>
              <a:t>만큼 값 출력</a:t>
            </a:r>
            <a:endParaRPr lang="en-US" altLang="ko-KR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D40E391-86FF-E83E-AF5F-3F685F97A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" y="2502854"/>
            <a:ext cx="5941066" cy="2922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167AB3-42D5-EE83-A153-A2D5F8970FDD}"/>
              </a:ext>
            </a:extLst>
          </p:cNvPr>
          <p:cNvSpPr txBox="1"/>
          <p:nvPr/>
        </p:nvSpPr>
        <p:spPr>
          <a:xfrm>
            <a:off x="6705628" y="3963904"/>
            <a:ext cx="4603820" cy="927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&lt;</a:t>
            </a:r>
            <a:r>
              <a:rPr lang="ko-KR" altLang="en-US" sz="1400" b="1" dirty="0"/>
              <a:t>예상 출력</a:t>
            </a:r>
            <a:r>
              <a:rPr lang="en-US" altLang="ko-KR" sz="1400" b="1" dirty="0"/>
              <a:t>&gt;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buffer (size: 3) | front: 0 | rear: 3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current data : 10 20 30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1021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5098-60DE-6E4A-E5FB-575A77BD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42175E6-D435-00A9-6566-A0F5C316FC8C}"/>
              </a:ext>
            </a:extLst>
          </p:cNvPr>
          <p:cNvGrpSpPr/>
          <p:nvPr/>
        </p:nvGrpSpPr>
        <p:grpSpPr>
          <a:xfrm>
            <a:off x="399815" y="141797"/>
            <a:ext cx="1986006" cy="307777"/>
            <a:chOff x="426282" y="283235"/>
            <a:chExt cx="198646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A5ED8B-8816-6924-B067-CA73709EC71C}"/>
                </a:ext>
              </a:extLst>
            </p:cNvPr>
            <p:cNvSpPr txBox="1"/>
            <p:nvPr/>
          </p:nvSpPr>
          <p:spPr>
            <a:xfrm>
              <a:off x="426282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5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50F591-2C5B-4B47-B5F7-D5BDB176C3D6}"/>
                </a:ext>
              </a:extLst>
            </p:cNvPr>
            <p:cNvSpPr txBox="1"/>
            <p:nvPr/>
          </p:nvSpPr>
          <p:spPr>
            <a:xfrm>
              <a:off x="690724" y="298625"/>
              <a:ext cx="172202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Main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내부 동작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6B1BBD5-42CB-F781-E92D-07019C3E9EA7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8A93D31-24F3-9E78-3528-CF58F96C4386}"/>
              </a:ext>
            </a:extLst>
          </p:cNvPr>
          <p:cNvSpPr txBox="1"/>
          <p:nvPr/>
        </p:nvSpPr>
        <p:spPr>
          <a:xfrm>
            <a:off x="144130" y="509649"/>
            <a:ext cx="228107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- 3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 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(enqueue)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C6950EF-7E1F-52B4-CEF9-D27D3F06C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39933"/>
              </p:ext>
            </p:extLst>
          </p:nvPr>
        </p:nvGraphicFramePr>
        <p:xfrm>
          <a:off x="5522200" y="4247909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0280A876-5EC3-6174-A42A-616DA5A991AC}"/>
              </a:ext>
            </a:extLst>
          </p:cNvPr>
          <p:cNvGrpSpPr/>
          <p:nvPr/>
        </p:nvGrpSpPr>
        <p:grpSpPr>
          <a:xfrm>
            <a:off x="9134491" y="5070513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D0DE62E-DAB8-5637-5EDF-28CAC429E19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4F9EDC73-358F-B35A-5B8B-262529D5ADFB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68CE464-C26A-0BB6-1BC8-B06A9B12C44F}"/>
              </a:ext>
            </a:extLst>
          </p:cNvPr>
          <p:cNvGrpSpPr/>
          <p:nvPr/>
        </p:nvGrpSpPr>
        <p:grpSpPr>
          <a:xfrm>
            <a:off x="5682343" y="3601638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664DBB05-3B4E-2258-E7A1-89C50C76E584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EC0CDE2F-22B5-4A2C-F900-F3D76525DBF6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68F17B39-E070-5441-4397-710659CE0A15}"/>
              </a:ext>
            </a:extLst>
          </p:cNvPr>
          <p:cNvSpPr txBox="1"/>
          <p:nvPr/>
        </p:nvSpPr>
        <p:spPr>
          <a:xfrm>
            <a:off x="7042148" y="3194508"/>
            <a:ext cx="1760097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[0]~[2]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enqueue 3</a:t>
            </a:r>
            <a:r>
              <a:rPr lang="ko-KR" altLang="en-US" sz="1400" dirty="0"/>
              <a:t>회 진행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507A403-7CB1-8D77-2BC7-CF87D20AD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140505"/>
              </p:ext>
            </p:extLst>
          </p:nvPr>
        </p:nvGraphicFramePr>
        <p:xfrm>
          <a:off x="5485911" y="1990947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8729F712-04FB-61C7-70FC-01C68BF82A29}"/>
              </a:ext>
            </a:extLst>
          </p:cNvPr>
          <p:cNvGrpSpPr/>
          <p:nvPr/>
        </p:nvGrpSpPr>
        <p:grpSpPr>
          <a:xfrm>
            <a:off x="5626752" y="2687295"/>
            <a:ext cx="827314" cy="715199"/>
            <a:chOff x="8596086" y="2744558"/>
            <a:chExt cx="827314" cy="71519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290622C9-30AC-AFD6-0186-A8CF373886F9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화살표: 위쪽 23">
              <a:extLst>
                <a:ext uri="{FF2B5EF4-FFF2-40B4-BE49-F238E27FC236}">
                  <a16:creationId xmlns:a16="http://schemas.microsoft.com/office/drawing/2014/main" id="{C6DE601D-7F61-2059-B0D9-C28ACD3F35C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5DEF4EF-6EB0-F279-2B10-94E66FD80759}"/>
              </a:ext>
            </a:extLst>
          </p:cNvPr>
          <p:cNvGrpSpPr/>
          <p:nvPr/>
        </p:nvGrpSpPr>
        <p:grpSpPr>
          <a:xfrm>
            <a:off x="5626752" y="1452320"/>
            <a:ext cx="827314" cy="625293"/>
            <a:chOff x="7913626" y="234700"/>
            <a:chExt cx="827314" cy="625293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57225AE3-225A-93CD-38E3-9F8359F26F7B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E3E9AA7E-AE57-EA54-1A6B-56897710FB9F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F9F02ADE-A80E-A365-A8C9-0FBB407FCDF9}"/>
              </a:ext>
            </a:extLst>
          </p:cNvPr>
          <p:cNvSpPr/>
          <p:nvPr/>
        </p:nvSpPr>
        <p:spPr>
          <a:xfrm>
            <a:off x="6837382" y="5447432"/>
            <a:ext cx="1964863" cy="2058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5B1CC9-5784-F8BA-1913-10BD86BD4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25" y="2422153"/>
            <a:ext cx="4599524" cy="2013694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F21AD08-E65D-49CB-F68F-4828A5150995}"/>
              </a:ext>
            </a:extLst>
          </p:cNvPr>
          <p:cNvSpPr>
            <a:spLocks/>
          </p:cNvSpPr>
          <p:nvPr/>
        </p:nvSpPr>
        <p:spPr>
          <a:xfrm>
            <a:off x="5677822" y="5428113"/>
            <a:ext cx="827314" cy="3060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Rear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795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3C319-AA85-FF85-4790-E7272CFA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4716F00-598B-AE12-EAFF-F828D2BD1F92}"/>
              </a:ext>
            </a:extLst>
          </p:cNvPr>
          <p:cNvGrpSpPr/>
          <p:nvPr/>
        </p:nvGrpSpPr>
        <p:grpSpPr>
          <a:xfrm>
            <a:off x="399815" y="141797"/>
            <a:ext cx="1986006" cy="307777"/>
            <a:chOff x="426282" y="283235"/>
            <a:chExt cx="198646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264678-C6E0-BA5D-FBDB-84BA88186EB3}"/>
                </a:ext>
              </a:extLst>
            </p:cNvPr>
            <p:cNvSpPr txBox="1"/>
            <p:nvPr/>
          </p:nvSpPr>
          <p:spPr>
            <a:xfrm>
              <a:off x="426282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5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30754F-5544-249E-1CF7-DE8A7F0F095B}"/>
                </a:ext>
              </a:extLst>
            </p:cNvPr>
            <p:cNvSpPr txBox="1"/>
            <p:nvPr/>
          </p:nvSpPr>
          <p:spPr>
            <a:xfrm>
              <a:off x="690724" y="298625"/>
              <a:ext cx="172202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Main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내부 동작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1733458-E8A1-AF87-58CD-BBD74CE22F2F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C17FB72-FE60-ADC9-F87D-5ED06CD60222}"/>
              </a:ext>
            </a:extLst>
          </p:cNvPr>
          <p:cNvSpPr txBox="1"/>
          <p:nvPr/>
        </p:nvSpPr>
        <p:spPr>
          <a:xfrm>
            <a:off x="144130" y="509649"/>
            <a:ext cx="2824491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- 4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추가 입력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(enqueue)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0E7973FE-AA3A-C47A-0659-2D1870F48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171709"/>
              </p:ext>
            </p:extLst>
          </p:nvPr>
        </p:nvGraphicFramePr>
        <p:xfrm>
          <a:off x="5522200" y="1992380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2DDBF08A-E783-6B8C-ACEB-C517C3C50AFE}"/>
              </a:ext>
            </a:extLst>
          </p:cNvPr>
          <p:cNvGrpSpPr/>
          <p:nvPr/>
        </p:nvGrpSpPr>
        <p:grpSpPr>
          <a:xfrm>
            <a:off x="9099656" y="2732675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E73C7C09-6274-6A1A-1005-C411E6A23A1E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800964E0-49B9-ACEF-8678-EEAED845513D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BC4C0337-E179-93F3-121E-288166E5D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394403"/>
              </p:ext>
            </p:extLst>
          </p:nvPr>
        </p:nvGraphicFramePr>
        <p:xfrm>
          <a:off x="5529457" y="4537503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69A8906-573C-1293-CEBF-C219406450DE}"/>
              </a:ext>
            </a:extLst>
          </p:cNvPr>
          <p:cNvSpPr/>
          <p:nvPr/>
        </p:nvSpPr>
        <p:spPr>
          <a:xfrm>
            <a:off x="5529457" y="4045676"/>
            <a:ext cx="827314" cy="3060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00FF"/>
                </a:solidFill>
              </a:rPr>
              <a:t>Front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CD09463-FB08-77AE-6B44-73389D3878F1}"/>
              </a:ext>
            </a:extLst>
          </p:cNvPr>
          <p:cNvGrpSpPr/>
          <p:nvPr/>
        </p:nvGrpSpPr>
        <p:grpSpPr>
          <a:xfrm>
            <a:off x="7953034" y="5285057"/>
            <a:ext cx="827314" cy="715199"/>
            <a:chOff x="8596086" y="2744558"/>
            <a:chExt cx="827314" cy="71519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B7F49F16-10AD-251E-431F-8BF6A9A4195B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화살표: 위쪽 36">
              <a:extLst>
                <a:ext uri="{FF2B5EF4-FFF2-40B4-BE49-F238E27FC236}">
                  <a16:creationId xmlns:a16="http://schemas.microsoft.com/office/drawing/2014/main" id="{C07A05D1-AD6E-DE82-1683-0984DA74B5BB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400459E-4552-76F0-F3B9-31FE86F06984}"/>
              </a:ext>
            </a:extLst>
          </p:cNvPr>
          <p:cNvGrpSpPr/>
          <p:nvPr/>
        </p:nvGrpSpPr>
        <p:grpSpPr>
          <a:xfrm>
            <a:off x="5682343" y="1308172"/>
            <a:ext cx="827314" cy="625293"/>
            <a:chOff x="7910524" y="234700"/>
            <a:chExt cx="827314" cy="625293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807DC88E-1F9F-081F-69C1-CA0F2541DFB7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0" name="화살표: 아래쪽 39">
              <a:extLst>
                <a:ext uri="{FF2B5EF4-FFF2-40B4-BE49-F238E27FC236}">
                  <a16:creationId xmlns:a16="http://schemas.microsoft.com/office/drawing/2014/main" id="{E99159BD-7EC8-AD9D-14A8-BFED60C91F28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D2F93E33-6F34-FFC7-54BF-CE25957FA9AB}"/>
              </a:ext>
            </a:extLst>
          </p:cNvPr>
          <p:cNvSpPr/>
          <p:nvPr/>
        </p:nvSpPr>
        <p:spPr>
          <a:xfrm>
            <a:off x="6509657" y="4142492"/>
            <a:ext cx="1238720" cy="2328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E327C333-8246-A682-F7E2-7323723FC06C}"/>
              </a:ext>
            </a:extLst>
          </p:cNvPr>
          <p:cNvSpPr/>
          <p:nvPr/>
        </p:nvSpPr>
        <p:spPr>
          <a:xfrm>
            <a:off x="5682343" y="5708396"/>
            <a:ext cx="1964863" cy="2058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97FD3E92-B1BB-5079-8061-DBEDD58C7487}"/>
              </a:ext>
            </a:extLst>
          </p:cNvPr>
          <p:cNvSpPr/>
          <p:nvPr/>
        </p:nvSpPr>
        <p:spPr>
          <a:xfrm>
            <a:off x="9926970" y="5679234"/>
            <a:ext cx="1190183" cy="21421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C666C3-B18B-644D-79C1-EEB998839E8C}"/>
              </a:ext>
            </a:extLst>
          </p:cNvPr>
          <p:cNvSpPr txBox="1"/>
          <p:nvPr/>
        </p:nvSpPr>
        <p:spPr>
          <a:xfrm>
            <a:off x="5522200" y="2888115"/>
            <a:ext cx="3389720" cy="927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enqueue 4</a:t>
            </a:r>
            <a:r>
              <a:rPr lang="ko-KR" altLang="en-US" sz="1400" dirty="0"/>
              <a:t>회 진행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Rear</a:t>
            </a:r>
            <a:r>
              <a:rPr lang="ko-KR" altLang="en-US" sz="1400" dirty="0"/>
              <a:t>가 </a:t>
            </a:r>
            <a:r>
              <a:rPr lang="en-US" altLang="ko-KR" sz="1400" dirty="0"/>
              <a:t>0</a:t>
            </a:r>
            <a:r>
              <a:rPr lang="ko-KR" altLang="en-US" sz="1400" dirty="0"/>
              <a:t>번 인덱스에 위치할 때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isFull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Front </a:t>
            </a:r>
            <a:r>
              <a:rPr lang="ko-KR" altLang="en-US" sz="1400" dirty="0"/>
              <a:t>도 </a:t>
            </a:r>
            <a:r>
              <a:rPr lang="en-US" altLang="ko-KR" sz="1400" dirty="0"/>
              <a:t>rear</a:t>
            </a:r>
            <a:r>
              <a:rPr lang="ko-KR" altLang="en-US" sz="1400" dirty="0"/>
              <a:t>와 같이 움직임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isFull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AA4DA7-592A-AA55-97F3-7EE1BF589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" y="2099988"/>
            <a:ext cx="5232614" cy="2725053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656317A6-838C-ED06-9D10-E68C904A950F}"/>
              </a:ext>
            </a:extLst>
          </p:cNvPr>
          <p:cNvGrpSpPr/>
          <p:nvPr/>
        </p:nvGrpSpPr>
        <p:grpSpPr>
          <a:xfrm>
            <a:off x="7910783" y="3927166"/>
            <a:ext cx="827314" cy="625293"/>
            <a:chOff x="7910524" y="234700"/>
            <a:chExt cx="827314" cy="625293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BC55374F-31D6-E2F5-DBE6-576EC92C8A78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15" name="화살표: 아래쪽 14">
              <a:extLst>
                <a:ext uri="{FF2B5EF4-FFF2-40B4-BE49-F238E27FC236}">
                  <a16:creationId xmlns:a16="http://schemas.microsoft.com/office/drawing/2014/main" id="{D5B66B9F-D1DD-9076-06FC-160D2287088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72028D8-54D3-F6E0-A5BC-86260CF83272}"/>
              </a:ext>
            </a:extLst>
          </p:cNvPr>
          <p:cNvSpPr>
            <a:spLocks/>
          </p:cNvSpPr>
          <p:nvPr/>
        </p:nvSpPr>
        <p:spPr>
          <a:xfrm>
            <a:off x="9086176" y="5673175"/>
            <a:ext cx="827314" cy="3060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Rear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215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23697</TotalTime>
  <Words>596</Words>
  <Application>Microsoft Office PowerPoint</Application>
  <PresentationFormat>와이드스크린</PresentationFormat>
  <Paragraphs>221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이진영</dc:creator>
  <cp:lastModifiedBy>규철 박</cp:lastModifiedBy>
  <cp:revision>969</cp:revision>
  <cp:lastPrinted>2026-01-14T01:22:07Z</cp:lastPrinted>
  <dcterms:created xsi:type="dcterms:W3CDTF">2025-05-12T02:30:34Z</dcterms:created>
  <dcterms:modified xsi:type="dcterms:W3CDTF">2026-04-06T08:45:38Z</dcterms:modified>
</cp:coreProperties>
</file>