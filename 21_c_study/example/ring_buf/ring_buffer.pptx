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1097" r:id="rId2"/>
    <p:sldId id="1096" r:id="rId3"/>
    <p:sldId id="1103" r:id="rId4"/>
    <p:sldId id="1099" r:id="rId5"/>
    <p:sldId id="1100" r:id="rId6"/>
    <p:sldId id="1098" r:id="rId7"/>
    <p:sldId id="1104" r:id="rId8"/>
    <p:sldId id="1105" r:id="rId9"/>
    <p:sldId id="1106" r:id="rId10"/>
    <p:sldId id="1101" r:id="rId11"/>
    <p:sldId id="1102" r:id="rId1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595959"/>
    <a:srgbClr val="2E71EA"/>
    <a:srgbClr val="37E2FF"/>
    <a:srgbClr val="60BEA7"/>
    <a:srgbClr val="FFE699"/>
    <a:srgbClr val="BFBFBF"/>
    <a:srgbClr val="EC5F58"/>
    <a:srgbClr val="26A9F2"/>
    <a:srgbClr val="2A4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86" autoAdjust="0"/>
    <p:restoredTop sz="92790" autoAdjust="0"/>
  </p:normalViewPr>
  <p:slideViewPr>
    <p:cSldViewPr snapToGrid="0">
      <p:cViewPr varScale="1">
        <p:scale>
          <a:sx n="102" d="100"/>
          <a:sy n="102" d="100"/>
        </p:scale>
        <p:origin x="96" y="756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-3293" y="-8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06EB0-B97D-49F4-8313-D3926DE8860A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FEFB9-15C7-459E-AFDF-48C80CC82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02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34DEB-12D1-4386-BA98-56BFB740DC56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A9987-C07B-4DC6-8065-A1C5A878F3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598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9C9A-B79F-5567-C396-5A1C542D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49843E-7B23-38A7-1AD3-C229090B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E4D65-1E6A-BAA7-E199-452921E8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D5832-2EA8-2458-AC10-089E1C700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592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86CC-B25D-9FFF-44BD-CEA20A75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9B2792-3DD0-AE62-BBA8-5AEBD645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5CD003-6AA7-8FD2-B581-E169BB916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529FE-6295-B783-49CB-949550F8E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3952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A5D6-ED18-2A99-5698-7906C3F4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E532EA-630D-2E02-CA7C-8A6F84E48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88272-FB18-B85E-89EA-E1A25A138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1955B-21F9-ABF3-9F88-5EB1714DC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5240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6712-A2D9-2E4A-8CC1-32F3D7F3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098C99-C86D-F3AC-64A5-0C15726CD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6A3BCD-7D6E-A073-F36D-D1340CD6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93071-249C-1C01-6207-9393A4416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306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625A5-F1EA-2D13-BEB7-03505A32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2B4DCE-A9FF-258E-86F6-A5A52AD0F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B5DD0E-2904-A7AB-1B9E-9222F06CD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99EC7-CA73-D3E6-C15B-87EA0D40AF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013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1DC1-AA95-CFB9-2296-51B0407D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9AFC68-7794-6EE5-DCAE-30C2E4940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C46F9E-27C4-9122-773A-75229EE64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136B3-2FDB-4F06-F403-3E5A3FBB8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939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8FBB-6EF0-3F81-E077-AAFB3ECD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A16CEF-E15F-6E33-7990-9B9CBFECB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E1090C-9D9E-B569-7A9F-0A3EF73CD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168BDC-DD14-5EAB-F4B6-567F749FEC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73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5219-4A2A-07FB-7FD3-838A075B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DAD718-58E8-7481-D8E6-D919B22E6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53FA26-77AC-A9A7-F758-73FF080CB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16EBBA-FB0A-5F28-F342-EA9B69984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3145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24EE-E92B-EBD9-1C99-F96AEEE7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7DABD6-9607-E37C-F2FE-2C734C3AC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C0B6B5-C42B-E4EA-FEBC-E2A09C83F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A2716-717E-52FE-EEFE-6A1C5B829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5956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B5874-EB50-6C4D-1797-33DB5D59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BE9630-09BF-839A-516C-E855B2472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E61407-C9B0-A153-5D0D-652850C3D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D1689E-1281-6F99-55CE-E1BD7E82C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3833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886AC-70E7-5EDC-7B51-11D31AAB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20DB5D-2C46-C612-151C-1742A48D5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3A67DB-4ED7-AC6F-223E-FC954709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F8E11-61CE-CA98-00F9-21F639D5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781F97-5BDF-4CD9-8D31-8F07B370440B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268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396134" y="6468537"/>
            <a:ext cx="711200" cy="366182"/>
          </a:xfrm>
          <a:prstGeom prst="rect">
            <a:avLst/>
          </a:prstGeom>
        </p:spPr>
        <p:txBody>
          <a:bodyPr vert="horz" lIns="121873" tIns="60935" rIns="121873" bIns="60935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DABB789-FA18-47F0-8F5E-895E398FBCA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281035" y="804333"/>
            <a:ext cx="11628342" cy="5562600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F5BE63-F116-286A-155E-BC300702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66" y="185332"/>
            <a:ext cx="1147945" cy="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2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39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08264-066F-9E41-1893-0635DDBB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7A78E81-0C44-2354-2B6C-924D6A4A43C0}"/>
              </a:ext>
            </a:extLst>
          </p:cNvPr>
          <p:cNvGrpSpPr/>
          <p:nvPr/>
        </p:nvGrpSpPr>
        <p:grpSpPr>
          <a:xfrm>
            <a:off x="4626971" y="1431335"/>
            <a:ext cx="2713883" cy="442592"/>
            <a:chOff x="444483" y="148389"/>
            <a:chExt cx="2714517" cy="44269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D4BB92-6E58-E7AD-483A-8505957C6649}"/>
                </a:ext>
              </a:extLst>
            </p:cNvPr>
            <p:cNvSpPr txBox="1"/>
            <p:nvPr/>
          </p:nvSpPr>
          <p:spPr>
            <a:xfrm>
              <a:off x="575331" y="283235"/>
              <a:ext cx="6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endPara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C68D1E-3A75-3F3F-E090-6AF9E704CA09}"/>
                </a:ext>
              </a:extLst>
            </p:cNvPr>
            <p:cNvSpPr txBox="1"/>
            <p:nvPr/>
          </p:nvSpPr>
          <p:spPr>
            <a:xfrm>
              <a:off x="444483" y="148389"/>
              <a:ext cx="2714517" cy="36941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Ring Buffer</a:t>
              </a:r>
              <a:r>
                <a:rPr lang="ko-KR" altLang="en-US" sz="24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세미나</a:t>
              </a:r>
              <a:endPara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A5589E3-1CD0-3FE3-B4FD-3D7E1089FD97}"/>
              </a:ext>
            </a:extLst>
          </p:cNvPr>
          <p:cNvSpPr txBox="1"/>
          <p:nvPr/>
        </p:nvSpPr>
        <p:spPr>
          <a:xfrm>
            <a:off x="1709788" y="2789622"/>
            <a:ext cx="6096000" cy="2531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sz="1800" b="1" kern="1200" dirty="0">
                <a:effectLst/>
                <a:ea typeface="+mn-ea"/>
                <a:cs typeface="+mn-cs"/>
              </a:rPr>
              <a:t>Ring Buffer </a:t>
            </a:r>
            <a:r>
              <a:rPr lang="ko-KR" altLang="en-US" sz="1800" b="1" kern="1200" dirty="0">
                <a:effectLst/>
                <a:ea typeface="+mn-ea"/>
                <a:cs typeface="+mn-cs"/>
              </a:rPr>
              <a:t>사용 이유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Buffer </a:t>
            </a:r>
            <a:r>
              <a:rPr lang="ko-KR" altLang="en-US" b="1" dirty="0"/>
              <a:t>초기화</a:t>
            </a:r>
            <a:endParaRPr lang="en-US" altLang="ko-KR" b="1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altLang="ko-KR" b="1" dirty="0"/>
              <a:t>Buffer enqueue / dequeue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b="1" dirty="0"/>
              <a:t>내부 상태 판단 함수</a:t>
            </a:r>
            <a:endParaRPr lang="en-US" altLang="ko-KR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Buffer</a:t>
            </a:r>
            <a:r>
              <a:rPr lang="ko-KR" altLang="en-US" b="1" dirty="0"/>
              <a:t> </a:t>
            </a:r>
            <a:r>
              <a:rPr lang="en-US" altLang="ko-KR" b="1" dirty="0"/>
              <a:t>data</a:t>
            </a:r>
            <a:r>
              <a:rPr lang="ko-KR" altLang="en-US" b="1" dirty="0"/>
              <a:t> 출력</a:t>
            </a:r>
            <a:r>
              <a:rPr lang="en-US" altLang="ko-KR" b="1" dirty="0"/>
              <a:t>/</a:t>
            </a:r>
            <a:r>
              <a:rPr lang="ko-KR" altLang="en-US" b="1" dirty="0"/>
              <a:t>상태 확인</a:t>
            </a:r>
            <a:r>
              <a:rPr lang="en-US" altLang="ko-KR" b="1" dirty="0"/>
              <a:t> </a:t>
            </a:r>
            <a:endParaRPr lang="ko-KR" altLang="en-US" b="1" dirty="0"/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1" dirty="0"/>
              <a:t>Main </a:t>
            </a:r>
            <a:r>
              <a:rPr lang="ko-KR" altLang="en-US" b="1" dirty="0"/>
              <a:t>내부 동작 </a:t>
            </a:r>
          </a:p>
        </p:txBody>
      </p:sp>
    </p:spTree>
    <p:extLst>
      <p:ext uri="{BB962C8B-B14F-4D97-AF65-F5344CB8AC3E}">
        <p14:creationId xmlns:p14="http://schemas.microsoft.com/office/powerpoint/2010/main" val="323014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2B9E-718A-DE28-A701-1096323C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9FA9A06-A3C7-4A4C-DFF6-5C1D7D726F5E}"/>
              </a:ext>
            </a:extLst>
          </p:cNvPr>
          <p:cNvGrpSpPr/>
          <p:nvPr/>
        </p:nvGrpSpPr>
        <p:grpSpPr>
          <a:xfrm>
            <a:off x="399813" y="141797"/>
            <a:ext cx="2612783" cy="307777"/>
            <a:chOff x="426280" y="283235"/>
            <a:chExt cx="2613386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BC17F4-F1B4-E713-49FA-4C43645ABB52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1D784C-58DE-8406-4502-E60D5A57B84B}"/>
                </a:ext>
              </a:extLst>
            </p:cNvPr>
            <p:cNvSpPr txBox="1"/>
            <p:nvPr/>
          </p:nvSpPr>
          <p:spPr>
            <a:xfrm>
              <a:off x="690724" y="298625"/>
              <a:ext cx="234894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Ring Buffer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사용 이유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4C874E1-9028-9491-3ACE-27E7CFA2E396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9C29641-7C26-4303-87D4-00482943C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96371"/>
              </p:ext>
            </p:extLst>
          </p:nvPr>
        </p:nvGraphicFramePr>
        <p:xfrm>
          <a:off x="548894" y="2886344"/>
          <a:ext cx="491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40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AE28AD-8F35-E495-20AD-3138E3F92A62}"/>
              </a:ext>
            </a:extLst>
          </p:cNvPr>
          <p:cNvGrpSpPr/>
          <p:nvPr/>
        </p:nvGrpSpPr>
        <p:grpSpPr>
          <a:xfrm>
            <a:off x="6664524" y="2010306"/>
            <a:ext cx="827314" cy="625293"/>
            <a:chOff x="7913626" y="234700"/>
            <a:chExt cx="827314" cy="625293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D59EABB-3D11-3883-B208-FD5EB144D6BF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391C2435-F2B8-E52A-1D65-2945DA044751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F584468-E011-4A02-2E30-6F8856D27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713707"/>
              </p:ext>
            </p:extLst>
          </p:nvPr>
        </p:nvGraphicFramePr>
        <p:xfrm>
          <a:off x="6571252" y="2635599"/>
          <a:ext cx="491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40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0BB1727-6A58-00B4-98CD-4C8F7568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77262"/>
              </p:ext>
            </p:extLst>
          </p:nvPr>
        </p:nvGraphicFramePr>
        <p:xfrm>
          <a:off x="6571252" y="4691919"/>
          <a:ext cx="4918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40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983640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CAC6BF16-45E1-0B12-F3FA-5CFD2F389B96}"/>
              </a:ext>
            </a:extLst>
          </p:cNvPr>
          <p:cNvSpPr/>
          <p:nvPr/>
        </p:nvSpPr>
        <p:spPr>
          <a:xfrm>
            <a:off x="7491837" y="2293021"/>
            <a:ext cx="2015019" cy="9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72A3F6B-1189-827D-4944-B144CEE2FA0A}"/>
              </a:ext>
            </a:extLst>
          </p:cNvPr>
          <p:cNvGrpSpPr/>
          <p:nvPr/>
        </p:nvGrpSpPr>
        <p:grpSpPr>
          <a:xfrm>
            <a:off x="9560124" y="1980374"/>
            <a:ext cx="827314" cy="625293"/>
            <a:chOff x="7913626" y="234700"/>
            <a:chExt cx="827314" cy="625293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0A892354-FD0F-DE15-8413-3CF54B0B19CB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81E5E4FA-3B45-560F-A092-A46B72478843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D957C8-1C73-C0C4-369D-991FCE8D78E2}"/>
              </a:ext>
            </a:extLst>
          </p:cNvPr>
          <p:cNvGrpSpPr/>
          <p:nvPr/>
        </p:nvGrpSpPr>
        <p:grpSpPr>
          <a:xfrm>
            <a:off x="9596412" y="4135738"/>
            <a:ext cx="827314" cy="625293"/>
            <a:chOff x="7913626" y="234700"/>
            <a:chExt cx="827314" cy="6252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7ACBCF38-AA30-642A-7EBE-94B4598EF60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BD7A7CDC-032B-09BA-7344-0D31567CA50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EB2C2D83-06D4-EF5C-510E-857141EFD75D}"/>
              </a:ext>
            </a:extLst>
          </p:cNvPr>
          <p:cNvSpPr/>
          <p:nvPr/>
        </p:nvSpPr>
        <p:spPr>
          <a:xfrm>
            <a:off x="10506020" y="4314191"/>
            <a:ext cx="827314" cy="8726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00999706-CA5F-F2A0-27EE-CF86B8876C6D}"/>
              </a:ext>
            </a:extLst>
          </p:cNvPr>
          <p:cNvSpPr/>
          <p:nvPr/>
        </p:nvSpPr>
        <p:spPr>
          <a:xfrm>
            <a:off x="6571252" y="4314191"/>
            <a:ext cx="1927933" cy="752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E50A28B-F57B-0AD7-4BD0-C2BE2464420F}"/>
              </a:ext>
            </a:extLst>
          </p:cNvPr>
          <p:cNvGrpSpPr/>
          <p:nvPr/>
        </p:nvGrpSpPr>
        <p:grpSpPr>
          <a:xfrm>
            <a:off x="8631215" y="4128482"/>
            <a:ext cx="827314" cy="625293"/>
            <a:chOff x="7913626" y="234700"/>
            <a:chExt cx="827314" cy="625293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C01FB90D-17AA-F721-2946-4EC18EB84F1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ACCE1105-080D-6D61-8B3D-67437BD3E4E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112893B-96D5-1942-24DC-61B900E1B039}"/>
              </a:ext>
            </a:extLst>
          </p:cNvPr>
          <p:cNvGrpSpPr/>
          <p:nvPr/>
        </p:nvGrpSpPr>
        <p:grpSpPr>
          <a:xfrm>
            <a:off x="8631215" y="5423439"/>
            <a:ext cx="827314" cy="715199"/>
            <a:chOff x="8596086" y="2744558"/>
            <a:chExt cx="827314" cy="715199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BCFB3FC-365C-2D66-8442-A557581EB90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화살표: 위쪽 39">
              <a:extLst>
                <a:ext uri="{FF2B5EF4-FFF2-40B4-BE49-F238E27FC236}">
                  <a16:creationId xmlns:a16="http://schemas.microsoft.com/office/drawing/2014/main" id="{790189F2-C2B5-8850-11A0-488ACCAC1171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F365286-9D02-9DAE-9B3D-1E10678C58B4}"/>
              </a:ext>
            </a:extLst>
          </p:cNvPr>
          <p:cNvSpPr txBox="1"/>
          <p:nvPr/>
        </p:nvSpPr>
        <p:spPr>
          <a:xfrm>
            <a:off x="6494397" y="1536703"/>
            <a:ext cx="2308668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[0]~[2] </a:t>
            </a:r>
            <a:r>
              <a:rPr lang="ko-KR" altLang="en-US" sz="1400" dirty="0"/>
              <a:t>입력 후 출력</a:t>
            </a:r>
            <a:endParaRPr lang="en-US" altLang="ko-KR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9C3DC4-23C6-C5B4-4D83-DB434B308790}"/>
              </a:ext>
            </a:extLst>
          </p:cNvPr>
          <p:cNvSpPr txBox="1"/>
          <p:nvPr/>
        </p:nvSpPr>
        <p:spPr>
          <a:xfrm>
            <a:off x="6494397" y="3708342"/>
            <a:ext cx="2308668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[3]~[1] </a:t>
            </a:r>
            <a:r>
              <a:rPr lang="ko-KR" altLang="en-US" sz="1400" dirty="0"/>
              <a:t>입력 후 출력</a:t>
            </a:r>
            <a:endParaRPr lang="en-US" altLang="ko-KR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EA3C44-1DE1-9A9E-ABF1-DDD2E7EC3F86}"/>
              </a:ext>
            </a:extLst>
          </p:cNvPr>
          <p:cNvSpPr txBox="1"/>
          <p:nvPr/>
        </p:nvSpPr>
        <p:spPr>
          <a:xfrm>
            <a:off x="548893" y="1992575"/>
            <a:ext cx="2463701" cy="281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[0]~[4] </a:t>
            </a:r>
            <a:r>
              <a:rPr lang="ko-KR" altLang="en-US" sz="1400" dirty="0"/>
              <a:t>입력 및 출력 가능</a:t>
            </a:r>
            <a:endParaRPr lang="en-US" altLang="ko-KR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F0C8C-C11F-FBC8-BECD-B472C62FD782}"/>
              </a:ext>
            </a:extLst>
          </p:cNvPr>
          <p:cNvSpPr txBox="1"/>
          <p:nvPr/>
        </p:nvSpPr>
        <p:spPr>
          <a:xfrm>
            <a:off x="2733471" y="6138638"/>
            <a:ext cx="7051626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sz="1400" dirty="0">
                <a:sym typeface="Wingdings" panose="05000000000000000000" pitchFamily="2" charset="2"/>
              </a:rPr>
              <a:t>제한된 </a:t>
            </a:r>
            <a:r>
              <a:rPr lang="en-US" altLang="ko-KR" sz="1400" dirty="0">
                <a:sym typeface="Wingdings" panose="05000000000000000000" pitchFamily="2" charset="2"/>
              </a:rPr>
              <a:t>Memory </a:t>
            </a:r>
            <a:r>
              <a:rPr lang="ko-KR" altLang="en-US" sz="1400" dirty="0">
                <a:sym typeface="Wingdings" panose="05000000000000000000" pitchFamily="2" charset="2"/>
              </a:rPr>
              <a:t>내에서 새로운 </a:t>
            </a:r>
            <a:r>
              <a:rPr lang="en-US" altLang="ko-KR" sz="1400" dirty="0">
                <a:sym typeface="Wingdings" panose="05000000000000000000" pitchFamily="2" charset="2"/>
              </a:rPr>
              <a:t>Data</a:t>
            </a:r>
            <a:r>
              <a:rPr lang="ko-KR" altLang="en-US" sz="1400" dirty="0">
                <a:sym typeface="Wingdings" panose="05000000000000000000" pitchFamily="2" charset="2"/>
              </a:rPr>
              <a:t>를 </a:t>
            </a:r>
            <a:r>
              <a:rPr lang="en-US" altLang="ko-KR" sz="1400" dirty="0">
                <a:sym typeface="Wingdings" panose="05000000000000000000" pitchFamily="2" charset="2"/>
              </a:rPr>
              <a:t>Read/Write </a:t>
            </a:r>
            <a:r>
              <a:rPr lang="ko-KR" altLang="en-US" sz="1400" dirty="0">
                <a:sym typeface="Wingdings" panose="05000000000000000000" pitchFamily="2" charset="2"/>
              </a:rPr>
              <a:t>하기 위해 </a:t>
            </a:r>
            <a:r>
              <a:rPr lang="en-US" altLang="ko-KR" sz="1400" dirty="0">
                <a:sym typeface="Wingdings" panose="05000000000000000000" pitchFamily="2" charset="2"/>
              </a:rPr>
              <a:t>Ring Buffer </a:t>
            </a:r>
            <a:r>
              <a:rPr lang="ko-KR" altLang="en-US" sz="1400" dirty="0">
                <a:sym typeface="Wingdings" panose="05000000000000000000" pitchFamily="2" charset="2"/>
              </a:rPr>
              <a:t>사용</a:t>
            </a:r>
            <a:r>
              <a:rPr lang="en-US" altLang="ko-KR" sz="1400" dirty="0">
                <a:sym typeface="Wingdings" panose="05000000000000000000" pitchFamily="2" charset="2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1400" dirty="0">
                <a:sym typeface="Wingdings" panose="05000000000000000000" pitchFamily="2" charset="2"/>
              </a:rPr>
              <a:t>Overflow</a:t>
            </a:r>
            <a:r>
              <a:rPr lang="ko-KR" altLang="en-US" sz="1400" dirty="0">
                <a:sym typeface="Wingdings" panose="05000000000000000000" pitchFamily="2" charset="2"/>
              </a:rPr>
              <a:t>없이 관리 한다면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손실 없이</a:t>
            </a:r>
            <a:r>
              <a:rPr lang="en-US" altLang="ko-KR" sz="1400" dirty="0">
                <a:sym typeface="Wingdings" panose="05000000000000000000" pitchFamily="2" charset="2"/>
              </a:rPr>
              <a:t>  </a:t>
            </a:r>
            <a:r>
              <a:rPr lang="ko-KR" altLang="en-US" sz="1400" dirty="0">
                <a:sym typeface="Wingdings" panose="05000000000000000000" pitchFamily="2" charset="2"/>
              </a:rPr>
              <a:t>무한한 </a:t>
            </a:r>
            <a:r>
              <a:rPr lang="en-US" altLang="ko-KR" sz="1400" dirty="0">
                <a:sym typeface="Wingdings" panose="05000000000000000000" pitchFamily="2" charset="2"/>
              </a:rPr>
              <a:t>Data </a:t>
            </a:r>
            <a:r>
              <a:rPr lang="ko-KR" altLang="en-US" sz="1400" dirty="0">
                <a:sym typeface="Wingdings" panose="05000000000000000000" pitchFamily="2" charset="2"/>
              </a:rPr>
              <a:t>입출력 가능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  <a:endParaRPr lang="en-US" altLang="ko-KR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85DE77-AC1A-FF43-24F9-0192ED4FA800}"/>
              </a:ext>
            </a:extLst>
          </p:cNvPr>
          <p:cNvSpPr txBox="1"/>
          <p:nvPr/>
        </p:nvSpPr>
        <p:spPr>
          <a:xfrm>
            <a:off x="1543914" y="798747"/>
            <a:ext cx="2463701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&lt;Linear Queue&gt;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387CB16-1128-9153-39C4-701875AC9453}"/>
              </a:ext>
            </a:extLst>
          </p:cNvPr>
          <p:cNvGrpSpPr/>
          <p:nvPr/>
        </p:nvGrpSpPr>
        <p:grpSpPr>
          <a:xfrm>
            <a:off x="9577109" y="3353669"/>
            <a:ext cx="827314" cy="715199"/>
            <a:chOff x="8596086" y="2744558"/>
            <a:chExt cx="827314" cy="715199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3C4F3C8-9967-C204-BCBA-D774A7F3409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화살표: 위쪽 48">
              <a:extLst>
                <a:ext uri="{FF2B5EF4-FFF2-40B4-BE49-F238E27FC236}">
                  <a16:creationId xmlns:a16="http://schemas.microsoft.com/office/drawing/2014/main" id="{64F89E02-875C-7E77-F3C3-DC225E6A59D6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3967B11-5CAC-3162-4570-892C62CDBC27}"/>
              </a:ext>
            </a:extLst>
          </p:cNvPr>
          <p:cNvGrpSpPr/>
          <p:nvPr/>
        </p:nvGrpSpPr>
        <p:grpSpPr>
          <a:xfrm>
            <a:off x="664196" y="2316405"/>
            <a:ext cx="827314" cy="625293"/>
            <a:chOff x="7913626" y="234700"/>
            <a:chExt cx="827314" cy="625293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25B07311-9A13-A712-7C6E-62EF7FE8C4B9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2" name="화살표: 아래쪽 51">
              <a:extLst>
                <a:ext uri="{FF2B5EF4-FFF2-40B4-BE49-F238E27FC236}">
                  <a16:creationId xmlns:a16="http://schemas.microsoft.com/office/drawing/2014/main" id="{455A2615-B4E8-E40C-E86C-552C8D08135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BDA3019-A091-5C57-866C-D35BCC12C845}"/>
              </a:ext>
            </a:extLst>
          </p:cNvPr>
          <p:cNvGrpSpPr/>
          <p:nvPr/>
        </p:nvGrpSpPr>
        <p:grpSpPr>
          <a:xfrm>
            <a:off x="4509152" y="3636596"/>
            <a:ext cx="827314" cy="715199"/>
            <a:chOff x="8596086" y="2744558"/>
            <a:chExt cx="827314" cy="715199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F0B5866F-6495-C730-24D0-D92BB77C4F47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5" name="화살표: 위쪽 54">
              <a:extLst>
                <a:ext uri="{FF2B5EF4-FFF2-40B4-BE49-F238E27FC236}">
                  <a16:creationId xmlns:a16="http://schemas.microsoft.com/office/drawing/2014/main" id="{80694F0A-5272-9EEA-BE1E-FF18F5163AEE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6C8B24A-1DF9-3A2B-0D91-11976B03FB87}"/>
              </a:ext>
            </a:extLst>
          </p:cNvPr>
          <p:cNvSpPr txBox="1"/>
          <p:nvPr/>
        </p:nvSpPr>
        <p:spPr>
          <a:xfrm>
            <a:off x="7218083" y="798747"/>
            <a:ext cx="3205643" cy="321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&lt;Circular Queue(Ring buffer)&gt;</a:t>
            </a:r>
          </a:p>
        </p:txBody>
      </p:sp>
      <p:sp>
        <p:nvSpPr>
          <p:cNvPr id="58" name="화살표: 오른쪽 57">
            <a:extLst>
              <a:ext uri="{FF2B5EF4-FFF2-40B4-BE49-F238E27FC236}">
                <a16:creationId xmlns:a16="http://schemas.microsoft.com/office/drawing/2014/main" id="{965AA19A-08E4-27E8-83ED-FB61FF113211}"/>
              </a:ext>
            </a:extLst>
          </p:cNvPr>
          <p:cNvSpPr/>
          <p:nvPr/>
        </p:nvSpPr>
        <p:spPr>
          <a:xfrm>
            <a:off x="1992596" y="2510793"/>
            <a:ext cx="2015019" cy="9457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16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11CB-BF7E-D212-2E4D-8B7CC948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4BE8BB2-BB1C-6978-D0CE-CCC1D2F76A72}"/>
              </a:ext>
            </a:extLst>
          </p:cNvPr>
          <p:cNvGrpSpPr/>
          <p:nvPr/>
        </p:nvGrpSpPr>
        <p:grpSpPr>
          <a:xfrm>
            <a:off x="399813" y="141797"/>
            <a:ext cx="2261725" cy="307777"/>
            <a:chOff x="426280" y="283235"/>
            <a:chExt cx="2262245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3E6D77-70ED-879A-47C0-E6CEAA39575E}"/>
                </a:ext>
              </a:extLst>
            </p:cNvPr>
            <p:cNvSpPr txBox="1"/>
            <p:nvPr/>
          </p:nvSpPr>
          <p:spPr>
            <a:xfrm>
              <a:off x="426280" y="283235"/>
              <a:ext cx="149115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DB1547-956A-F800-310E-B6290B2CD3C5}"/>
                </a:ext>
              </a:extLst>
            </p:cNvPr>
            <p:cNvSpPr txBox="1"/>
            <p:nvPr/>
          </p:nvSpPr>
          <p:spPr>
            <a:xfrm>
              <a:off x="690724" y="298625"/>
              <a:ext cx="1997801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Buffer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초기화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3A87103-2C66-3D03-D0F9-7B5EA53D205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A05833-5CC4-4E23-193C-0FE9D2611227}"/>
              </a:ext>
            </a:extLst>
          </p:cNvPr>
          <p:cNvSpPr txBox="1"/>
          <p:nvPr/>
        </p:nvSpPr>
        <p:spPr>
          <a:xfrm>
            <a:off x="232112" y="2287698"/>
            <a:ext cx="124149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init_ring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F3B48-B19F-96F3-E45A-662464E347D2}"/>
              </a:ext>
            </a:extLst>
          </p:cNvPr>
          <p:cNvSpPr txBox="1"/>
          <p:nvPr/>
        </p:nvSpPr>
        <p:spPr>
          <a:xfrm>
            <a:off x="7242180" y="2923790"/>
            <a:ext cx="2119170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구조체의 각 요소 초기화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</a:t>
            </a:r>
            <a:endParaRPr lang="ko-KR" altLang="en-US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C75DF8A-70FE-39F9-29BD-8A1457D8E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556075"/>
              </p:ext>
            </p:extLst>
          </p:nvPr>
        </p:nvGraphicFramePr>
        <p:xfrm>
          <a:off x="5485911" y="335028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C291BAA0-D847-DF63-9375-C95A4AD14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2" y="2774271"/>
            <a:ext cx="4633473" cy="934255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FA8AAB-79B6-5501-2C9D-64D3AC43DE00}"/>
              </a:ext>
            </a:extLst>
          </p:cNvPr>
          <p:cNvSpPr/>
          <p:nvPr/>
        </p:nvSpPr>
        <p:spPr>
          <a:xfrm>
            <a:off x="9687922" y="2929785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Buffer_size</a:t>
            </a:r>
            <a:r>
              <a:rPr lang="en-US" altLang="ko-KR" b="1" dirty="0">
                <a:solidFill>
                  <a:schemeClr val="tx1"/>
                </a:solidFill>
              </a:rPr>
              <a:t> -1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89FC0F8-996F-A0D2-B3CC-29749C40D62B}"/>
              </a:ext>
            </a:extLst>
          </p:cNvPr>
          <p:cNvSpPr/>
          <p:nvPr/>
        </p:nvSpPr>
        <p:spPr>
          <a:xfrm>
            <a:off x="5186921" y="2296264"/>
            <a:ext cx="1818157" cy="4205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Pbuffer</a:t>
            </a:r>
            <a:r>
              <a:rPr lang="en-US" altLang="ko-KR" b="1" dirty="0">
                <a:solidFill>
                  <a:schemeClr val="tx1"/>
                </a:solidFill>
              </a:rPr>
              <a:t>(</a:t>
            </a:r>
            <a:r>
              <a:rPr lang="ko-KR" altLang="en-US" b="1" dirty="0" err="1">
                <a:solidFill>
                  <a:schemeClr val="tx1"/>
                </a:solidFill>
              </a:rPr>
              <a:t>주소값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0066B67-B757-2058-B2BC-7686EBFA9A21}"/>
              </a:ext>
            </a:extLst>
          </p:cNvPr>
          <p:cNvGrpSpPr/>
          <p:nvPr/>
        </p:nvGrpSpPr>
        <p:grpSpPr>
          <a:xfrm>
            <a:off x="5626752" y="4175599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5A0A2B52-573F-02E5-E9D8-66FE51BA8F9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A461D461-D145-F62D-22BE-A3D81D877C0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343B23D-BFBA-2D49-9CD0-06F989E0B080}"/>
              </a:ext>
            </a:extLst>
          </p:cNvPr>
          <p:cNvGrpSpPr/>
          <p:nvPr/>
        </p:nvGrpSpPr>
        <p:grpSpPr>
          <a:xfrm>
            <a:off x="5626752" y="2811662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508372E-0814-BD5D-BE67-50EF7C66D21D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24F5ACB4-C689-DB42-5715-EFC7D3F421D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603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DC91-4349-CFB0-E4B5-3142242E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E0EC84-73D6-47DD-1F2A-BAAC7DE1F1BC}"/>
              </a:ext>
            </a:extLst>
          </p:cNvPr>
          <p:cNvGrpSpPr/>
          <p:nvPr/>
        </p:nvGrpSpPr>
        <p:grpSpPr>
          <a:xfrm>
            <a:off x="399814" y="141797"/>
            <a:ext cx="3188260" cy="307777"/>
            <a:chOff x="426281" y="283235"/>
            <a:chExt cx="3188991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AC170A-6DF5-5BE0-4FC7-356D934D3D86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6CF91B-02D2-68E2-1793-8D96D5C6876E}"/>
                </a:ext>
              </a:extLst>
            </p:cNvPr>
            <p:cNvSpPr txBox="1"/>
            <p:nvPr/>
          </p:nvSpPr>
          <p:spPr>
            <a:xfrm>
              <a:off x="690724" y="298625"/>
              <a:ext cx="2924548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enqueue / dequeue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6F9FE23-7250-B294-A863-42A6D10CF444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675981A-9625-CE35-D948-67E5F4DF7784}"/>
              </a:ext>
            </a:extLst>
          </p:cNvPr>
          <p:cNvSpPr txBox="1"/>
          <p:nvPr/>
        </p:nvSpPr>
        <p:spPr>
          <a:xfrm>
            <a:off x="131629" y="1961697"/>
            <a:ext cx="3103938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enqueue_overwrite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752F8-340B-6C24-65B8-A79A96EBBF12}"/>
              </a:ext>
            </a:extLst>
          </p:cNvPr>
          <p:cNvSpPr txBox="1"/>
          <p:nvPr/>
        </p:nvSpPr>
        <p:spPr>
          <a:xfrm>
            <a:off x="6522172" y="439189"/>
            <a:ext cx="3097643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Data 2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 됨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-[0]~[1]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enqueue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후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[2]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위치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C77EE482-03D0-B72C-D78E-568D3FB7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787282"/>
              </p:ext>
            </p:extLst>
          </p:nvPr>
        </p:nvGraphicFramePr>
        <p:xfrm>
          <a:off x="5485911" y="1102675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71F9D4C0-161E-3D16-CEE7-0AAEA70B5FD0}"/>
              </a:ext>
            </a:extLst>
          </p:cNvPr>
          <p:cNvGrpSpPr/>
          <p:nvPr/>
        </p:nvGrpSpPr>
        <p:grpSpPr>
          <a:xfrm>
            <a:off x="8004384" y="1850523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BFC4A7A-91E3-4CDE-D624-E22FBFADABF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화살표: 위쪽 28">
              <a:extLst>
                <a:ext uri="{FF2B5EF4-FFF2-40B4-BE49-F238E27FC236}">
                  <a16:creationId xmlns:a16="http://schemas.microsoft.com/office/drawing/2014/main" id="{2609017F-5723-EEC0-8757-58C8C26C81A2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18C3B36-491F-DD87-6742-863822E008A3}"/>
              </a:ext>
            </a:extLst>
          </p:cNvPr>
          <p:cNvGrpSpPr/>
          <p:nvPr/>
        </p:nvGrpSpPr>
        <p:grpSpPr>
          <a:xfrm>
            <a:off x="5626752" y="564048"/>
            <a:ext cx="827314" cy="625293"/>
            <a:chOff x="7913626" y="234700"/>
            <a:chExt cx="827314" cy="62529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44F5835-29C0-30DE-0735-406F64734B66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FDE197C9-370D-980B-3173-F9EF8B0B772E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F067FE6-BE80-B588-537A-BDEA0AEF6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95474"/>
              </p:ext>
            </p:extLst>
          </p:nvPr>
        </p:nvGraphicFramePr>
        <p:xfrm>
          <a:off x="5522198" y="322175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078E34EF-DD4C-5C30-E471-2FCCF06E2CBA}"/>
              </a:ext>
            </a:extLst>
          </p:cNvPr>
          <p:cNvGrpSpPr/>
          <p:nvPr/>
        </p:nvGrpSpPr>
        <p:grpSpPr>
          <a:xfrm>
            <a:off x="6802408" y="4034651"/>
            <a:ext cx="827314" cy="715199"/>
            <a:chOff x="8596086" y="2744558"/>
            <a:chExt cx="827314" cy="71519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EA15CF7F-F53D-A8F9-1C25-91484365D78B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화살표: 위쪽 37">
              <a:extLst>
                <a:ext uri="{FF2B5EF4-FFF2-40B4-BE49-F238E27FC236}">
                  <a16:creationId xmlns:a16="http://schemas.microsoft.com/office/drawing/2014/main" id="{B2CB5D7C-585A-1C7D-9315-26E680485AF1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2694B64-8621-1DD9-3043-8AED76A5C3F6}"/>
              </a:ext>
            </a:extLst>
          </p:cNvPr>
          <p:cNvGrpSpPr/>
          <p:nvPr/>
        </p:nvGrpSpPr>
        <p:grpSpPr>
          <a:xfrm>
            <a:off x="7942656" y="2596461"/>
            <a:ext cx="827314" cy="625293"/>
            <a:chOff x="7913626" y="234700"/>
            <a:chExt cx="827314" cy="62529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D70337F2-D06A-9A67-60F5-8038C8B8B970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4820F4B5-CA2A-9985-A12D-B660DF31A607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D890A06-9616-B5C7-5245-CBC058C8E55F}"/>
              </a:ext>
            </a:extLst>
          </p:cNvPr>
          <p:cNvSpPr txBox="1"/>
          <p:nvPr/>
        </p:nvSpPr>
        <p:spPr>
          <a:xfrm>
            <a:off x="5307762" y="2286729"/>
            <a:ext cx="2834468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[2]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부터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data 4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이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true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인 상태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29C4428-AF24-D340-3CB2-440770B4E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031295"/>
              </p:ext>
            </p:extLst>
          </p:nvPr>
        </p:nvGraphicFramePr>
        <p:xfrm>
          <a:off x="5543972" y="5253743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0280748-E56F-B1F8-0274-40A3C286CA2F}"/>
              </a:ext>
            </a:extLst>
          </p:cNvPr>
          <p:cNvGrpSpPr/>
          <p:nvPr/>
        </p:nvGrpSpPr>
        <p:grpSpPr>
          <a:xfrm>
            <a:off x="7971687" y="6061211"/>
            <a:ext cx="827314" cy="715199"/>
            <a:chOff x="8596086" y="2744558"/>
            <a:chExt cx="827314" cy="71519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A8411F1-E373-4B48-34DE-F730C992F949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위쪽 15">
              <a:extLst>
                <a:ext uri="{FF2B5EF4-FFF2-40B4-BE49-F238E27FC236}">
                  <a16:creationId xmlns:a16="http://schemas.microsoft.com/office/drawing/2014/main" id="{FBB5E82E-301A-B46A-0A64-955D24E7588E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5FCDA88-C04C-14D7-57E7-2015753B3695}"/>
              </a:ext>
            </a:extLst>
          </p:cNvPr>
          <p:cNvGrpSpPr/>
          <p:nvPr/>
        </p:nvGrpSpPr>
        <p:grpSpPr>
          <a:xfrm>
            <a:off x="9064414" y="4596800"/>
            <a:ext cx="827314" cy="625293"/>
            <a:chOff x="7910524" y="234700"/>
            <a:chExt cx="827314" cy="62529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89A89E1-6772-0D37-304E-78FF6DD7CFD5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1" name="화살표: 아래쪽 20">
              <a:extLst>
                <a:ext uri="{FF2B5EF4-FFF2-40B4-BE49-F238E27FC236}">
                  <a16:creationId xmlns:a16="http://schemas.microsoft.com/office/drawing/2014/main" id="{FF715F50-47AD-78F4-D599-D4C9FD2657D4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DD19969A-7A3E-61C8-745A-5A9E79DCE950}"/>
              </a:ext>
            </a:extLst>
          </p:cNvPr>
          <p:cNvSpPr/>
          <p:nvPr/>
        </p:nvSpPr>
        <p:spPr>
          <a:xfrm>
            <a:off x="8799001" y="4641098"/>
            <a:ext cx="265413" cy="2748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CFA4113-19D0-D4C7-61A7-3B512D4C38B3}"/>
              </a:ext>
            </a:extLst>
          </p:cNvPr>
          <p:cNvSpPr/>
          <p:nvPr/>
        </p:nvSpPr>
        <p:spPr>
          <a:xfrm>
            <a:off x="7949913" y="4596800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00FF"/>
                </a:solidFill>
              </a:rPr>
              <a:t>Front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DA74315-26BD-2498-F558-54F30E640C57}"/>
              </a:ext>
            </a:extLst>
          </p:cNvPr>
          <p:cNvSpPr>
            <a:spLocks/>
          </p:cNvSpPr>
          <p:nvPr/>
        </p:nvSpPr>
        <p:spPr>
          <a:xfrm>
            <a:off x="6846585" y="6457716"/>
            <a:ext cx="827314" cy="3060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Rear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DA6EE5BD-D4B6-B89A-8AF8-73BB71225A35}"/>
              </a:ext>
            </a:extLst>
          </p:cNvPr>
          <p:cNvSpPr/>
          <p:nvPr/>
        </p:nvSpPr>
        <p:spPr>
          <a:xfrm>
            <a:off x="7682952" y="6473317"/>
            <a:ext cx="265413" cy="27489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2F4B61-06F7-F7E5-D106-4573BC6201B0}"/>
              </a:ext>
            </a:extLst>
          </p:cNvPr>
          <p:cNvSpPr txBox="1"/>
          <p:nvPr/>
        </p:nvSpPr>
        <p:spPr>
          <a:xfrm>
            <a:off x="4998453" y="4538602"/>
            <a:ext cx="3202117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[1]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덮어쓰기</a:t>
            </a:r>
            <a:endParaRPr lang="en-US" altLang="ko-KR" sz="1400" dirty="0">
              <a:ln>
                <a:solidFill>
                  <a:schemeClr val="tx1"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뿐 아니라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front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도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1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칸 앞으로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BCF97A-2B4C-6BEE-F20C-98CBA52D1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9" y="2693096"/>
            <a:ext cx="4783843" cy="163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61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6DBE-7D68-6ABA-AF2E-DCB1A955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8315AA6-05A8-8621-16FC-34474B01F65C}"/>
              </a:ext>
            </a:extLst>
          </p:cNvPr>
          <p:cNvGrpSpPr/>
          <p:nvPr/>
        </p:nvGrpSpPr>
        <p:grpSpPr>
          <a:xfrm>
            <a:off x="399814" y="141797"/>
            <a:ext cx="3188260" cy="307777"/>
            <a:chOff x="426281" y="283235"/>
            <a:chExt cx="3188991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71B6B8-8333-6CBE-E348-66A2D0A25B55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3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329F62-52C0-945B-1C6E-79DC4D2F4B08}"/>
                </a:ext>
              </a:extLst>
            </p:cNvPr>
            <p:cNvSpPr txBox="1"/>
            <p:nvPr/>
          </p:nvSpPr>
          <p:spPr>
            <a:xfrm>
              <a:off x="690724" y="298625"/>
              <a:ext cx="2924548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enqueue / dequeue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A963875-4997-DA01-7EF3-FD3BBBE821E0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93D56D8-CFF6-E1A3-FBF3-FAF910CEA04C}"/>
              </a:ext>
            </a:extLst>
          </p:cNvPr>
          <p:cNvSpPr txBox="1"/>
          <p:nvPr/>
        </p:nvSpPr>
        <p:spPr>
          <a:xfrm>
            <a:off x="187454" y="1827839"/>
            <a:ext cx="1376980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dequeue 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798F0766-FC7B-88BB-56CA-4828C4753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990449"/>
              </p:ext>
            </p:extLst>
          </p:nvPr>
        </p:nvGraphicFramePr>
        <p:xfrm>
          <a:off x="5514941" y="72530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651E0925-2798-C3BD-BBDF-63A4BC722F3C}"/>
              </a:ext>
            </a:extLst>
          </p:cNvPr>
          <p:cNvSpPr txBox="1"/>
          <p:nvPr/>
        </p:nvSpPr>
        <p:spPr>
          <a:xfrm>
            <a:off x="5437165" y="253453"/>
            <a:ext cx="2616101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</a:t>
            </a:r>
            <a:r>
              <a:rPr lang="en-US" altLang="ko-KR" sz="1400" dirty="0" err="1"/>
              <a:t>is_empty</a:t>
            </a:r>
            <a:r>
              <a:rPr lang="en-US" altLang="ko-KR" sz="1400" dirty="0"/>
              <a:t>() </a:t>
            </a:r>
            <a:r>
              <a:rPr lang="ko-KR" altLang="en-US" sz="1400" dirty="0"/>
              <a:t>예시 </a:t>
            </a:r>
            <a:r>
              <a:rPr lang="en-US" altLang="ko-KR" sz="1400" dirty="0"/>
              <a:t>: dequeue</a:t>
            </a:r>
            <a:r>
              <a:rPr lang="ko-KR" altLang="en-US" sz="1400" dirty="0"/>
              <a:t> 완료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25F6DB5-8007-FD37-AC56-A5A80E87E6E8}"/>
              </a:ext>
            </a:extLst>
          </p:cNvPr>
          <p:cNvGrpSpPr/>
          <p:nvPr/>
        </p:nvGrpSpPr>
        <p:grpSpPr>
          <a:xfrm>
            <a:off x="9092397" y="1465595"/>
            <a:ext cx="827314" cy="715199"/>
            <a:chOff x="8596086" y="2744558"/>
            <a:chExt cx="827314" cy="715199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BDF9D14-8D87-53FF-0149-32156B2F470F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화살표: 위쪽 33">
              <a:extLst>
                <a:ext uri="{FF2B5EF4-FFF2-40B4-BE49-F238E27FC236}">
                  <a16:creationId xmlns:a16="http://schemas.microsoft.com/office/drawing/2014/main" id="{57E2823B-88F9-D480-9314-E302A0554B8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C750F64-49C2-99B5-C790-4508AA6F0473}"/>
              </a:ext>
            </a:extLst>
          </p:cNvPr>
          <p:cNvGrpSpPr/>
          <p:nvPr/>
        </p:nvGrpSpPr>
        <p:grpSpPr>
          <a:xfrm>
            <a:off x="9107957" y="203550"/>
            <a:ext cx="827314" cy="625293"/>
            <a:chOff x="7910524" y="234700"/>
            <a:chExt cx="827314" cy="625293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DBD0525-D9CC-7EB6-3F23-0FBF1D141C4C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2" name="화살표: 아래쪽 51">
              <a:extLst>
                <a:ext uri="{FF2B5EF4-FFF2-40B4-BE49-F238E27FC236}">
                  <a16:creationId xmlns:a16="http://schemas.microsoft.com/office/drawing/2014/main" id="{83F421B5-937F-0ADB-E447-BB806959E7C9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79EE0AC1-F067-E9D9-97EA-4DDA557E5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13389"/>
              </p:ext>
            </p:extLst>
          </p:nvPr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4E785712-8D85-E822-1149-EA6B06211930}"/>
              </a:ext>
            </a:extLst>
          </p:cNvPr>
          <p:cNvGrpSpPr/>
          <p:nvPr/>
        </p:nvGrpSpPr>
        <p:grpSpPr>
          <a:xfrm>
            <a:off x="9099656" y="3577416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0659CEC2-7F54-E395-D422-CCDA94CC164E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7F951BEA-3FB0-AA84-978C-DB1A6825BA3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A645E08-8A77-C782-92EA-CD8851017E87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E446DEEB-6B59-63F1-F21F-DADD70C418CB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F806824C-31A3-74CC-5AF8-639C302BEE2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6361EE5-6D31-CA9E-683D-A3763F000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0075"/>
              </p:ext>
            </p:extLst>
          </p:nvPr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EDBEFC50-5665-B915-FB46-4A1E67381F66}"/>
              </a:ext>
            </a:extLst>
          </p:cNvPr>
          <p:cNvGrpSpPr/>
          <p:nvPr/>
        </p:nvGrpSpPr>
        <p:grpSpPr>
          <a:xfrm>
            <a:off x="9106913" y="6122539"/>
            <a:ext cx="827314" cy="715199"/>
            <a:chOff x="8596086" y="2744558"/>
            <a:chExt cx="827314" cy="71519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E18AE56-A8FD-F5A9-C438-945DFD24D00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3" name="화살표: 위쪽 62">
              <a:extLst>
                <a:ext uri="{FF2B5EF4-FFF2-40B4-BE49-F238E27FC236}">
                  <a16:creationId xmlns:a16="http://schemas.microsoft.com/office/drawing/2014/main" id="{099F8588-1F9B-B9FF-6FDB-E7491D285F74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90583B6-0B99-1C6B-F563-F4DB880E1B39}"/>
              </a:ext>
            </a:extLst>
          </p:cNvPr>
          <p:cNvGrpSpPr/>
          <p:nvPr/>
        </p:nvGrpSpPr>
        <p:grpSpPr>
          <a:xfrm>
            <a:off x="9122473" y="4860494"/>
            <a:ext cx="827314" cy="625293"/>
            <a:chOff x="7910524" y="234700"/>
            <a:chExt cx="827314" cy="625293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581A90FE-413C-828B-6820-8489F4D39916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6" name="화살표: 아래쪽 65">
              <a:extLst>
                <a:ext uri="{FF2B5EF4-FFF2-40B4-BE49-F238E27FC236}">
                  <a16:creationId xmlns:a16="http://schemas.microsoft.com/office/drawing/2014/main" id="{61CCA606-6197-304C-0B95-9C09EF6F1126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893185D-DC65-3C80-80A0-26895A458559}"/>
              </a:ext>
            </a:extLst>
          </p:cNvPr>
          <p:cNvSpPr txBox="1"/>
          <p:nvPr/>
        </p:nvSpPr>
        <p:spPr>
          <a:xfrm>
            <a:off x="6579618" y="2396445"/>
            <a:ext cx="3262753" cy="2814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dequeue () </a:t>
            </a:r>
            <a:r>
              <a:rPr lang="ko-KR" altLang="en-US" sz="1400" dirty="0"/>
              <a:t>시작 전</a:t>
            </a:r>
            <a:r>
              <a:rPr lang="en-US" altLang="ko-KR" sz="1400" dirty="0"/>
              <a:t>, Front</a:t>
            </a:r>
            <a:r>
              <a:rPr lang="ko-KR" altLang="en-US" sz="1400" dirty="0"/>
              <a:t>는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B8DDA9-7109-4E85-C947-AE39C88F3033}"/>
              </a:ext>
            </a:extLst>
          </p:cNvPr>
          <p:cNvSpPr txBox="1"/>
          <p:nvPr/>
        </p:nvSpPr>
        <p:spPr>
          <a:xfrm>
            <a:off x="5386519" y="4676249"/>
            <a:ext cx="3968093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모든 항목 </a:t>
            </a:r>
            <a:r>
              <a:rPr lang="en-US" altLang="ko-KR" sz="1400" dirty="0"/>
              <a:t>dequeue () </a:t>
            </a:r>
            <a:r>
              <a:rPr lang="ko-KR" altLang="en-US" sz="1400" dirty="0"/>
              <a:t>완료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Front, Rear</a:t>
            </a:r>
            <a:r>
              <a:rPr lang="ko-KR" altLang="en-US" sz="1400" dirty="0"/>
              <a:t>와 동일하게 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A8E44D-DA09-8B0E-1808-01FF522D3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3" y="2496949"/>
            <a:ext cx="4784783" cy="170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4ECE-E85A-8A72-B4B3-56CB4B2F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6E27785-01ED-ED33-0EAB-4D9A13E1ED0E}"/>
              </a:ext>
            </a:extLst>
          </p:cNvPr>
          <p:cNvGrpSpPr/>
          <p:nvPr/>
        </p:nvGrpSpPr>
        <p:grpSpPr>
          <a:xfrm>
            <a:off x="399814" y="151845"/>
            <a:ext cx="3117727" cy="307777"/>
            <a:chOff x="426281" y="283235"/>
            <a:chExt cx="311844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B10470-DDDE-5438-5C48-016FEEEB16A1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0D79A2-25BB-3C4F-FD21-EE9D7A040AB0}"/>
                </a:ext>
              </a:extLst>
            </p:cNvPr>
            <p:cNvSpPr txBox="1"/>
            <p:nvPr/>
          </p:nvSpPr>
          <p:spPr>
            <a:xfrm>
              <a:off x="690724" y="298625"/>
              <a:ext cx="2854001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Buffer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 내부 상태 판단 함수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52A2A51-842F-ABEA-1D38-3CEAAD35FF1C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4A13D80-E2C6-D61A-2CC6-BA2FBBEEE68F}"/>
              </a:ext>
            </a:extLst>
          </p:cNvPr>
          <p:cNvSpPr txBox="1"/>
          <p:nvPr/>
        </p:nvSpPr>
        <p:spPr>
          <a:xfrm>
            <a:off x="232112" y="1236523"/>
            <a:ext cx="224420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(),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is_empty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BA433DC-5BE5-F0F6-8010-2A031D7AA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01263"/>
              </p:ext>
            </p:extLst>
          </p:nvPr>
        </p:nvGraphicFramePr>
        <p:xfrm>
          <a:off x="5522198" y="200590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93F053E4-77CA-FDE9-E765-D679A855A7B8}"/>
              </a:ext>
            </a:extLst>
          </p:cNvPr>
          <p:cNvGrpSpPr/>
          <p:nvPr/>
        </p:nvGrpSpPr>
        <p:grpSpPr>
          <a:xfrm>
            <a:off x="6802408" y="2818801"/>
            <a:ext cx="827314" cy="715199"/>
            <a:chOff x="8596086" y="2744558"/>
            <a:chExt cx="827314" cy="71519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3035EAE5-D2AA-F5B4-18AD-7C9C1D44C083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화살표: 위쪽 37">
              <a:extLst>
                <a:ext uri="{FF2B5EF4-FFF2-40B4-BE49-F238E27FC236}">
                  <a16:creationId xmlns:a16="http://schemas.microsoft.com/office/drawing/2014/main" id="{13CECFC7-E5FE-2755-71A4-BEF159064FB9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00F162-B4CD-45BA-65BD-540BB57F79B8}"/>
              </a:ext>
            </a:extLst>
          </p:cNvPr>
          <p:cNvGrpSpPr/>
          <p:nvPr/>
        </p:nvGrpSpPr>
        <p:grpSpPr>
          <a:xfrm>
            <a:off x="7942656" y="1380611"/>
            <a:ext cx="827314" cy="625293"/>
            <a:chOff x="7913626" y="234700"/>
            <a:chExt cx="827314" cy="625293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B3F1B0A-7606-23AA-9EFB-8921292C5C30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0BE4CB00-5C03-4BB2-AEA2-B8C9F5452BF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DE637456-477C-D941-D2CF-15EC1F8C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187392"/>
              </p:ext>
            </p:extLst>
          </p:nvPr>
        </p:nvGraphicFramePr>
        <p:xfrm>
          <a:off x="5514941" y="4154006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43" name="그룹 42">
            <a:extLst>
              <a:ext uri="{FF2B5EF4-FFF2-40B4-BE49-F238E27FC236}">
                <a16:creationId xmlns:a16="http://schemas.microsoft.com/office/drawing/2014/main" id="{3CA64D98-D44A-68F1-C2F0-982BFF7C60E3}"/>
              </a:ext>
            </a:extLst>
          </p:cNvPr>
          <p:cNvGrpSpPr/>
          <p:nvPr/>
        </p:nvGrpSpPr>
        <p:grpSpPr>
          <a:xfrm>
            <a:off x="10239175" y="4956171"/>
            <a:ext cx="827314" cy="715199"/>
            <a:chOff x="8596086" y="2744558"/>
            <a:chExt cx="827314" cy="71519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0D46C1D-C320-87CF-B3D2-CE2F37FDC24F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5" name="화살표: 위쪽 44">
              <a:extLst>
                <a:ext uri="{FF2B5EF4-FFF2-40B4-BE49-F238E27FC236}">
                  <a16:creationId xmlns:a16="http://schemas.microsoft.com/office/drawing/2014/main" id="{42B5F218-C77A-66EE-737E-C5177DA35FC0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89C9B4E-1E14-2BE5-EBAD-815A7A4028D4}"/>
              </a:ext>
            </a:extLst>
          </p:cNvPr>
          <p:cNvGrpSpPr/>
          <p:nvPr/>
        </p:nvGrpSpPr>
        <p:grpSpPr>
          <a:xfrm>
            <a:off x="10239176" y="3528713"/>
            <a:ext cx="827314" cy="625293"/>
            <a:chOff x="7913626" y="234700"/>
            <a:chExt cx="827314" cy="625293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1B1E912-99C7-81C5-144C-1BD9BAB3DB34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8" name="화살표: 아래쪽 47">
              <a:extLst>
                <a:ext uri="{FF2B5EF4-FFF2-40B4-BE49-F238E27FC236}">
                  <a16:creationId xmlns:a16="http://schemas.microsoft.com/office/drawing/2014/main" id="{1221E1E3-180E-1F91-BBF4-C15095B98AA0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8396EDE-19CC-2CD6-E8E5-8149CFAEFD1B}"/>
              </a:ext>
            </a:extLst>
          </p:cNvPr>
          <p:cNvSpPr txBox="1"/>
          <p:nvPr/>
        </p:nvSpPr>
        <p:spPr>
          <a:xfrm>
            <a:off x="5415766" y="1317443"/>
            <a:ext cx="2422779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is_full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예시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: overflow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입력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rear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값의 처리 방법 필요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0BEBDD-8EA1-97C5-4B1A-83AFCE00A4C0}"/>
              </a:ext>
            </a:extLst>
          </p:cNvPr>
          <p:cNvSpPr txBox="1"/>
          <p:nvPr/>
        </p:nvSpPr>
        <p:spPr>
          <a:xfrm>
            <a:off x="5437165" y="3682159"/>
            <a:ext cx="3642023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en-US" altLang="ko-KR" sz="14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is_empty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예시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: dequeue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 완료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[0]~[3]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31A49D-6982-EC06-EDDD-AD695CB472BE}"/>
              </a:ext>
            </a:extLst>
          </p:cNvPr>
          <p:cNvSpPr txBox="1"/>
          <p:nvPr/>
        </p:nvSpPr>
        <p:spPr>
          <a:xfrm>
            <a:off x="7461919" y="2858064"/>
            <a:ext cx="3069751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다음 </a:t>
            </a:r>
            <a:r>
              <a:rPr lang="en-US" altLang="ko-KR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enqueue</a:t>
            </a:r>
            <a:r>
              <a:rPr lang="ko-KR" altLang="en-US" sz="1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에서 채워 넣을 데이터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D5927C-B882-53C0-89D5-A0F2C40AC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7" y="1922160"/>
            <a:ext cx="5105325" cy="456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5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3DFA-2692-B269-6F45-4F6B6F16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F5BF7DE0-5067-17BB-C0AE-C798630D784D}"/>
              </a:ext>
            </a:extLst>
          </p:cNvPr>
          <p:cNvGrpSpPr/>
          <p:nvPr/>
        </p:nvGrpSpPr>
        <p:grpSpPr>
          <a:xfrm>
            <a:off x="399814" y="141797"/>
            <a:ext cx="3239555" cy="307777"/>
            <a:chOff x="426281" y="283235"/>
            <a:chExt cx="324030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CF3E86-F324-4325-DCB0-19DB021AD337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5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78F45A-C79C-EE77-3394-417BD6913F39}"/>
                </a:ext>
              </a:extLst>
            </p:cNvPr>
            <p:cNvSpPr txBox="1"/>
            <p:nvPr/>
          </p:nvSpPr>
          <p:spPr>
            <a:xfrm>
              <a:off x="690724" y="298625"/>
              <a:ext cx="297585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data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출력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상태 확인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589B52F-E544-CA77-5D97-6255719D7011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EF38F36-14FF-4AD2-D527-E144172E28F5}"/>
              </a:ext>
            </a:extLst>
          </p:cNvPr>
          <p:cNvSpPr txBox="1"/>
          <p:nvPr/>
        </p:nvSpPr>
        <p:spPr>
          <a:xfrm>
            <a:off x="548894" y="752823"/>
            <a:ext cx="2098327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get_ring_data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90A2028-BCFF-3160-1A8B-4D60B7413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42905"/>
              </p:ext>
            </p:extLst>
          </p:nvPr>
        </p:nvGraphicFramePr>
        <p:xfrm>
          <a:off x="5522200" y="1721758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F2C1DBC1-CBAD-12E4-8B50-F74368F13C26}"/>
              </a:ext>
            </a:extLst>
          </p:cNvPr>
          <p:cNvGrpSpPr/>
          <p:nvPr/>
        </p:nvGrpSpPr>
        <p:grpSpPr>
          <a:xfrm>
            <a:off x="9099656" y="2462053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B363D65B-AA8C-BA03-87FD-9C53B2B8A31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BE34F24B-7026-98B2-FE74-969E5CFCDE45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8B8C3AA-AE81-43E5-DC09-96762CA56040}"/>
              </a:ext>
            </a:extLst>
          </p:cNvPr>
          <p:cNvGrpSpPr/>
          <p:nvPr/>
        </p:nvGrpSpPr>
        <p:grpSpPr>
          <a:xfrm>
            <a:off x="5682343" y="1075487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F746A8A2-6FCB-A1A5-976F-32CBD09221A3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3D235951-4F2F-9034-9B4C-9AC4A1D31531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46F46A-D777-0AFB-51BF-E7FC9C47F568}"/>
              </a:ext>
            </a:extLst>
          </p:cNvPr>
          <p:cNvSpPr txBox="1"/>
          <p:nvPr/>
        </p:nvSpPr>
        <p:spPr>
          <a:xfrm>
            <a:off x="6509658" y="963743"/>
            <a:ext cx="4603820" cy="604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dequeue () </a:t>
            </a:r>
            <a:r>
              <a:rPr lang="ko-KR" altLang="en-US" sz="1400" dirty="0"/>
              <a:t>시작 전</a:t>
            </a:r>
            <a:r>
              <a:rPr lang="en-US" altLang="ko-KR" sz="1400" dirty="0"/>
              <a:t>, Front</a:t>
            </a:r>
            <a:r>
              <a:rPr lang="ko-KR" altLang="en-US" sz="1400" dirty="0"/>
              <a:t>는 </a:t>
            </a:r>
            <a:r>
              <a:rPr lang="en-US" altLang="ko-KR" sz="1400" dirty="0"/>
              <a:t>[0]</a:t>
            </a:r>
            <a:r>
              <a:rPr lang="ko-KR" altLang="en-US" sz="1400" dirty="0" err="1"/>
              <a:t>에</a:t>
            </a:r>
            <a:r>
              <a:rPr lang="ko-KR" altLang="en-US" sz="1400" dirty="0"/>
              <a:t> 위치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/>
              <a:t>get_ring_data</a:t>
            </a:r>
            <a:r>
              <a:rPr lang="en-US" altLang="ko-KR" sz="1400" dirty="0"/>
              <a:t>() </a:t>
            </a:r>
            <a:r>
              <a:rPr lang="ko-KR" altLang="en-US" sz="1400" dirty="0"/>
              <a:t>함수 내에서 모든 항목 </a:t>
            </a:r>
            <a:r>
              <a:rPr lang="en-US" altLang="ko-KR" sz="1400" dirty="0"/>
              <a:t>dequeue ()</a:t>
            </a:r>
            <a:r>
              <a:rPr lang="ko-KR" altLang="en-US" sz="1400" dirty="0"/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A629FF9-46F2-B8A4-FE9E-FD72E02E9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89460"/>
              </p:ext>
            </p:extLst>
          </p:nvPr>
        </p:nvGraphicFramePr>
        <p:xfrm>
          <a:off x="5539505" y="4286976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3334FE4F-F9D9-8708-FF23-60FBEDE24BE6}"/>
              </a:ext>
            </a:extLst>
          </p:cNvPr>
          <p:cNvGrpSpPr/>
          <p:nvPr/>
        </p:nvGrpSpPr>
        <p:grpSpPr>
          <a:xfrm>
            <a:off x="9116961" y="5027271"/>
            <a:ext cx="827314" cy="715199"/>
            <a:chOff x="8596086" y="2744558"/>
            <a:chExt cx="827314" cy="715199"/>
          </a:xfrm>
        </p:grpSpPr>
        <p:sp>
          <p:nvSpPr>
            <p:cNvPr id="12" name="사각형: 둥근 모서리 61">
              <a:extLst>
                <a:ext uri="{FF2B5EF4-FFF2-40B4-BE49-F238E27FC236}">
                  <a16:creationId xmlns:a16="http://schemas.microsoft.com/office/drawing/2014/main" id="{3EC0A0F2-DDF9-DEFC-CE22-53B197FF285C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화살표: 위쪽 62">
              <a:extLst>
                <a:ext uri="{FF2B5EF4-FFF2-40B4-BE49-F238E27FC236}">
                  <a16:creationId xmlns:a16="http://schemas.microsoft.com/office/drawing/2014/main" id="{BB630945-4B9E-F6FD-152C-B636DDE4CED8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24F284C-659A-19A3-1831-880194CD6B6B}"/>
              </a:ext>
            </a:extLst>
          </p:cNvPr>
          <p:cNvGrpSpPr/>
          <p:nvPr/>
        </p:nvGrpSpPr>
        <p:grpSpPr>
          <a:xfrm>
            <a:off x="9132521" y="3765226"/>
            <a:ext cx="827314" cy="625293"/>
            <a:chOff x="7910524" y="234700"/>
            <a:chExt cx="827314" cy="625293"/>
          </a:xfrm>
        </p:grpSpPr>
        <p:sp>
          <p:nvSpPr>
            <p:cNvPr id="16" name="사각형: 둥근 모서리 64">
              <a:extLst>
                <a:ext uri="{FF2B5EF4-FFF2-40B4-BE49-F238E27FC236}">
                  <a16:creationId xmlns:a16="http://schemas.microsoft.com/office/drawing/2014/main" id="{CBD95746-56E3-707E-AC3A-A7F120E26CAD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17" name="화살표: 아래쪽 65">
              <a:extLst>
                <a:ext uri="{FF2B5EF4-FFF2-40B4-BE49-F238E27FC236}">
                  <a16:creationId xmlns:a16="http://schemas.microsoft.com/office/drawing/2014/main" id="{35991858-A582-D13F-47FD-15A89409A8C2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6861AF9-0AD0-49F1-AEE4-7C000B49F56B}"/>
              </a:ext>
            </a:extLst>
          </p:cNvPr>
          <p:cNvSpPr txBox="1"/>
          <p:nvPr/>
        </p:nvSpPr>
        <p:spPr>
          <a:xfrm>
            <a:off x="5396567" y="3580981"/>
            <a:ext cx="3968093" cy="604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모든 항목 </a:t>
            </a:r>
            <a:r>
              <a:rPr lang="en-US" altLang="ko-KR" sz="1400" dirty="0"/>
              <a:t>dequeue () </a:t>
            </a:r>
            <a:r>
              <a:rPr lang="ko-KR" altLang="en-US" sz="1400" dirty="0"/>
              <a:t>완료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Front, Rear</a:t>
            </a:r>
            <a:r>
              <a:rPr lang="ko-KR" altLang="en-US" sz="1400" dirty="0"/>
              <a:t>와 동일하게  </a:t>
            </a:r>
            <a:r>
              <a:rPr lang="en-US" altLang="ko-KR" sz="1400" dirty="0"/>
              <a:t>[0]</a:t>
            </a:r>
            <a:r>
              <a:rPr lang="ko-KR" altLang="en-US" sz="1400" dirty="0"/>
              <a:t>에 위치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38FF41-563A-BD02-6133-4BA7B3DA0104}"/>
              </a:ext>
            </a:extLst>
          </p:cNvPr>
          <p:cNvSpPr txBox="1"/>
          <p:nvPr/>
        </p:nvSpPr>
        <p:spPr>
          <a:xfrm>
            <a:off x="548894" y="1266069"/>
            <a:ext cx="4603820" cy="604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 </a:t>
            </a:r>
            <a:r>
              <a:rPr lang="en-US" altLang="ko-KR" sz="1400" dirty="0"/>
              <a:t>.</a:t>
            </a:r>
            <a:r>
              <a:rPr lang="ko-KR" altLang="en-US" sz="1400" dirty="0"/>
              <a:t>모든 항목 </a:t>
            </a:r>
            <a:r>
              <a:rPr lang="en-US" altLang="ko-KR" sz="1400" dirty="0"/>
              <a:t>dequeue ()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 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/>
              <a:t>buf_data_1[BUFFER_SIZE_1]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에</a:t>
            </a:r>
            <a:r>
              <a:rPr lang="ko-KR" altLang="en-US" sz="1400" dirty="0"/>
              <a:t> </a:t>
            </a:r>
            <a:r>
              <a:rPr lang="en-US" altLang="ko-KR" sz="1400" dirty="0"/>
              <a:t>temp </a:t>
            </a:r>
            <a:r>
              <a:rPr lang="ko-KR" altLang="en-US" sz="1400" dirty="0"/>
              <a:t>데이터 저장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FC6649-A19F-B25E-A1AB-D52F70288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65" y="2302478"/>
            <a:ext cx="5050068" cy="32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16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6E5F-F604-D03A-922F-4B9B5F7B3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29972FF-BD8A-8C13-BE71-EFC1DBD1A22E}"/>
              </a:ext>
            </a:extLst>
          </p:cNvPr>
          <p:cNvGrpSpPr/>
          <p:nvPr/>
        </p:nvGrpSpPr>
        <p:grpSpPr>
          <a:xfrm>
            <a:off x="399814" y="141797"/>
            <a:ext cx="3239555" cy="307777"/>
            <a:chOff x="426281" y="283235"/>
            <a:chExt cx="324030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DEFBFB-ADB7-C629-5BA6-A6B0854A5CE6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5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87273A-D5CB-7A1F-72CC-B655A819F312}"/>
                </a:ext>
              </a:extLst>
            </p:cNvPr>
            <p:cNvSpPr txBox="1"/>
            <p:nvPr/>
          </p:nvSpPr>
          <p:spPr>
            <a:xfrm>
              <a:off x="690724" y="298625"/>
              <a:ext cx="297585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data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출력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상태 확인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705F359-66ED-F5D0-8228-8EB184993BA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D2E1AB2-F7AE-9A62-4C31-F777A20D4384}"/>
              </a:ext>
            </a:extLst>
          </p:cNvPr>
          <p:cNvSpPr txBox="1"/>
          <p:nvPr/>
        </p:nvSpPr>
        <p:spPr>
          <a:xfrm>
            <a:off x="548894" y="752823"/>
            <a:ext cx="2917784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print_temp_data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08F2EB3A-F638-4952-158D-DF2505B65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310233"/>
              </p:ext>
            </p:extLst>
          </p:nvPr>
        </p:nvGraphicFramePr>
        <p:xfrm>
          <a:off x="5834716" y="286765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E212E8BC-7499-335A-DEBF-F96C596BE4F6}"/>
              </a:ext>
            </a:extLst>
          </p:cNvPr>
          <p:cNvGrpSpPr/>
          <p:nvPr/>
        </p:nvGrpSpPr>
        <p:grpSpPr>
          <a:xfrm>
            <a:off x="9412172" y="3607945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9A72B002-5E8E-5770-34C5-996E1BF0CC6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5B91C54C-4DEC-1DA1-614F-7ACC2AB25DF2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B7CA81C-B425-FFDB-FED3-BC981A805DC4}"/>
              </a:ext>
            </a:extLst>
          </p:cNvPr>
          <p:cNvGrpSpPr/>
          <p:nvPr/>
        </p:nvGrpSpPr>
        <p:grpSpPr>
          <a:xfrm>
            <a:off x="5994859" y="2221379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FAC6AC3-82B9-FB72-861E-24633D645D8E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002F68C2-A35F-BBDC-504A-7D82FE1169DB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E922FCD-76B3-1F73-B00D-D2122B73087E}"/>
              </a:ext>
            </a:extLst>
          </p:cNvPr>
          <p:cNvSpPr txBox="1"/>
          <p:nvPr/>
        </p:nvSpPr>
        <p:spPr>
          <a:xfrm>
            <a:off x="5635666" y="3712782"/>
            <a:ext cx="4603820" cy="604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/>
              <a:t>get_ring_data</a:t>
            </a:r>
            <a:r>
              <a:rPr lang="en-US" altLang="ko-KR" sz="1400" dirty="0"/>
              <a:t>() </a:t>
            </a:r>
            <a:r>
              <a:rPr lang="ko-KR" altLang="en-US" sz="1400" dirty="0"/>
              <a:t>함수에서 저장된 항목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buf_data_1</a:t>
            </a:r>
            <a:r>
              <a:rPr lang="ko-KR" altLang="en-US" sz="1400" dirty="0"/>
              <a:t> 수정 없다면</a:t>
            </a:r>
            <a:r>
              <a:rPr lang="en-US" altLang="ko-KR" sz="1400" dirty="0"/>
              <a:t>,</a:t>
            </a:r>
            <a:r>
              <a:rPr lang="ko-KR" altLang="en-US" sz="1400" dirty="0"/>
              <a:t> 항상 출력 가능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7495E0-A8A0-5495-3501-1FE7C05E4432}"/>
              </a:ext>
            </a:extLst>
          </p:cNvPr>
          <p:cNvSpPr txBox="1"/>
          <p:nvPr/>
        </p:nvSpPr>
        <p:spPr>
          <a:xfrm>
            <a:off x="548894" y="1266069"/>
            <a:ext cx="4603820" cy="281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 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/>
              <a:t>buf_data_1[BUFFER_SIZE_1]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에</a:t>
            </a:r>
            <a:r>
              <a:rPr lang="ko-KR" altLang="en-US" sz="1400" dirty="0"/>
              <a:t> </a:t>
            </a:r>
            <a:r>
              <a:rPr lang="en-US" altLang="ko-KR" sz="1400" dirty="0"/>
              <a:t>temp </a:t>
            </a:r>
            <a:r>
              <a:rPr lang="ko-KR" altLang="en-US" sz="1400" dirty="0"/>
              <a:t>데이터 출력</a:t>
            </a:r>
            <a:endParaRPr lang="en-US" altLang="ko-KR" sz="1400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A9200B3-9338-FE31-BF64-84E584B242FF}"/>
              </a:ext>
            </a:extLst>
          </p:cNvPr>
          <p:cNvSpPr/>
          <p:nvPr/>
        </p:nvSpPr>
        <p:spPr>
          <a:xfrm>
            <a:off x="5834716" y="3233410"/>
            <a:ext cx="3496224" cy="365760"/>
          </a:xfrm>
          <a:prstGeom prst="roundRect">
            <a:avLst/>
          </a:prstGeom>
          <a:noFill/>
          <a:ln w="698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D70E2F-7B18-CC87-2FDD-357FF73B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71" y="1850033"/>
            <a:ext cx="5112778" cy="29148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F963762-B252-D6B7-B3AB-32E58E3F5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54" y="4955898"/>
            <a:ext cx="4385487" cy="1698552"/>
          </a:xfrm>
          <a:prstGeom prst="rect">
            <a:avLst/>
          </a:prstGeom>
        </p:spPr>
      </p:pic>
      <p:sp>
        <p:nvSpPr>
          <p:cNvPr id="12" name="모서리가 둥근 직사각형 4">
            <a:extLst>
              <a:ext uri="{FF2B5EF4-FFF2-40B4-BE49-F238E27FC236}">
                <a16:creationId xmlns:a16="http://schemas.microsoft.com/office/drawing/2014/main" id="{5C9B4766-24B2-B64B-C8E5-EEF5B36FBBAA}"/>
              </a:ext>
            </a:extLst>
          </p:cNvPr>
          <p:cNvSpPr/>
          <p:nvPr/>
        </p:nvSpPr>
        <p:spPr>
          <a:xfrm>
            <a:off x="304671" y="6105177"/>
            <a:ext cx="3561831" cy="300390"/>
          </a:xfrm>
          <a:prstGeom prst="roundRect">
            <a:avLst/>
          </a:prstGeom>
          <a:noFill/>
          <a:ln w="698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CE1D089-4F18-DC20-05E7-4D09FA764553}"/>
              </a:ext>
            </a:extLst>
          </p:cNvPr>
          <p:cNvGrpSpPr/>
          <p:nvPr/>
        </p:nvGrpSpPr>
        <p:grpSpPr>
          <a:xfrm>
            <a:off x="9338413" y="2254613"/>
            <a:ext cx="827314" cy="625293"/>
            <a:chOff x="7910524" y="234700"/>
            <a:chExt cx="827314" cy="625293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F8C8813-3F53-F860-EF01-B729CBCEBB02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15" name="화살표: 아래쪽 14">
              <a:extLst>
                <a:ext uri="{FF2B5EF4-FFF2-40B4-BE49-F238E27FC236}">
                  <a16:creationId xmlns:a16="http://schemas.microsoft.com/office/drawing/2014/main" id="{B9B2B86C-421B-C179-07BE-54881798C1A4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71CED910-358E-969B-8EFE-516E0424AA3D}"/>
              </a:ext>
            </a:extLst>
          </p:cNvPr>
          <p:cNvSpPr/>
          <p:nvPr/>
        </p:nvSpPr>
        <p:spPr>
          <a:xfrm>
            <a:off x="7078409" y="2298904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E0184B-0B05-D837-70A5-8FA3D8ADA2A2}"/>
              </a:ext>
            </a:extLst>
          </p:cNvPr>
          <p:cNvSpPr txBox="1"/>
          <p:nvPr/>
        </p:nvSpPr>
        <p:spPr>
          <a:xfrm>
            <a:off x="7078409" y="1766859"/>
            <a:ext cx="2098327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get_ring_data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10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D59BC-14D4-D01D-2468-8A7641C0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145D581-3F22-7E2A-8493-4F5F34470495}"/>
              </a:ext>
            </a:extLst>
          </p:cNvPr>
          <p:cNvGrpSpPr/>
          <p:nvPr/>
        </p:nvGrpSpPr>
        <p:grpSpPr>
          <a:xfrm>
            <a:off x="399814" y="141797"/>
            <a:ext cx="3239555" cy="307777"/>
            <a:chOff x="426281" y="283235"/>
            <a:chExt cx="3240300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687858-759A-23B8-955E-AD7B653CA349}"/>
                </a:ext>
              </a:extLst>
            </p:cNvPr>
            <p:cNvSpPr txBox="1"/>
            <p:nvPr/>
          </p:nvSpPr>
          <p:spPr>
            <a:xfrm>
              <a:off x="426281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5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E00271-A111-124F-3FD2-051C1B9356FD}"/>
                </a:ext>
              </a:extLst>
            </p:cNvPr>
            <p:cNvSpPr txBox="1"/>
            <p:nvPr/>
          </p:nvSpPr>
          <p:spPr>
            <a:xfrm>
              <a:off x="690724" y="298625"/>
              <a:ext cx="2975857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Buffer data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출력</a:t>
              </a:r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/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cs typeface="Pretendard SemiBold" pitchFamily="50" charset="-127"/>
                </a:rPr>
                <a:t>상태 확인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6DDD61D-163B-5FC0-4839-C4833401F53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3037267-141D-CEC7-EF75-513ACAE69F43}"/>
              </a:ext>
            </a:extLst>
          </p:cNvPr>
          <p:cNvSpPr txBox="1"/>
          <p:nvPr/>
        </p:nvSpPr>
        <p:spPr>
          <a:xfrm>
            <a:off x="548894" y="752823"/>
            <a:ext cx="2917784" cy="3619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</a:t>
            </a:r>
            <a:r>
              <a:rPr lang="en-US" altLang="ko-KR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ring_status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()</a:t>
            </a:r>
            <a:endParaRPr lang="ko-KR" altLang="en-US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2E71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itchFamily="50" charset="-127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B6D3A467-A941-CD88-6512-32B7329FB3CB}"/>
              </a:ext>
            </a:extLst>
          </p:cNvPr>
          <p:cNvGraphicFramePr>
            <a:graphicFrameLocks noGrp="1"/>
          </p:cNvGraphicFramePr>
          <p:nvPr/>
        </p:nvGraphicFramePr>
        <p:xfrm>
          <a:off x="5834716" y="2867650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BAF07AE2-9787-DC41-1283-FF89BF851000}"/>
              </a:ext>
            </a:extLst>
          </p:cNvPr>
          <p:cNvGrpSpPr/>
          <p:nvPr/>
        </p:nvGrpSpPr>
        <p:grpSpPr>
          <a:xfrm>
            <a:off x="9412172" y="3607945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4EF91CC-CC58-9DEC-EDC1-31F6B88400C4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EC175739-ED19-B53C-B4ED-6A88769A404A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93B1778-E69C-9F0E-4799-9BC7B465590C}"/>
              </a:ext>
            </a:extLst>
          </p:cNvPr>
          <p:cNvGrpSpPr/>
          <p:nvPr/>
        </p:nvGrpSpPr>
        <p:grpSpPr>
          <a:xfrm>
            <a:off x="5994859" y="2221379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5ED0ABB3-8A9C-BDA7-68B1-662D50431AC5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AAE8ADBF-7F00-A175-AB02-B99C6D772B00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9D5DD60-D304-F969-112D-2EAB330D9B70}"/>
              </a:ext>
            </a:extLst>
          </p:cNvPr>
          <p:cNvSpPr txBox="1"/>
          <p:nvPr/>
        </p:nvSpPr>
        <p:spPr>
          <a:xfrm>
            <a:off x="5635666" y="3712782"/>
            <a:ext cx="4603820" cy="6046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/>
              <a:t>get_ring_data</a:t>
            </a:r>
            <a:r>
              <a:rPr lang="en-US" altLang="ko-KR" sz="1400" dirty="0"/>
              <a:t>() </a:t>
            </a:r>
            <a:r>
              <a:rPr lang="ko-KR" altLang="en-US" sz="1400" dirty="0"/>
              <a:t>함수에서 저장된 항목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buf_data_1</a:t>
            </a:r>
            <a:r>
              <a:rPr lang="ko-KR" altLang="en-US" sz="1400" dirty="0"/>
              <a:t> 수정 없다면</a:t>
            </a:r>
            <a:r>
              <a:rPr lang="en-US" altLang="ko-KR" sz="1400" dirty="0"/>
              <a:t>,</a:t>
            </a:r>
            <a:r>
              <a:rPr lang="ko-KR" altLang="en-US" sz="1400" dirty="0"/>
              <a:t> 항상 출력 가능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1DD869-FEF2-18CC-DE99-435E4068025C}"/>
              </a:ext>
            </a:extLst>
          </p:cNvPr>
          <p:cNvSpPr txBox="1"/>
          <p:nvPr/>
        </p:nvSpPr>
        <p:spPr>
          <a:xfrm>
            <a:off x="548894" y="1266069"/>
            <a:ext cx="4603820" cy="281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 </a:t>
            </a:r>
            <a:r>
              <a:rPr lang="en-US" altLang="ko-KR" sz="1400" dirty="0"/>
              <a:t>.</a:t>
            </a:r>
            <a:r>
              <a:rPr lang="ko-KR" altLang="en-US" sz="1400" dirty="0"/>
              <a:t> 현재 </a:t>
            </a:r>
            <a:r>
              <a:rPr lang="en-US" altLang="ko-KR" sz="1400" dirty="0"/>
              <a:t>ring</a:t>
            </a:r>
            <a:r>
              <a:rPr lang="ko-KR" altLang="en-US" sz="1400" dirty="0"/>
              <a:t>의 </a:t>
            </a:r>
            <a:r>
              <a:rPr lang="en-US" altLang="ko-KR" sz="1400" dirty="0"/>
              <a:t>size, front, rear </a:t>
            </a:r>
            <a:r>
              <a:rPr lang="ko-KR" altLang="en-US" sz="1400" dirty="0"/>
              <a:t>데이터 출력</a:t>
            </a:r>
            <a:endParaRPr lang="en-US" altLang="ko-KR" sz="1400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5DB1029-0982-05C4-15E0-F460DFAAAA09}"/>
              </a:ext>
            </a:extLst>
          </p:cNvPr>
          <p:cNvSpPr/>
          <p:nvPr/>
        </p:nvSpPr>
        <p:spPr>
          <a:xfrm>
            <a:off x="5834716" y="3233410"/>
            <a:ext cx="3496224" cy="365760"/>
          </a:xfrm>
          <a:prstGeom prst="roundRect">
            <a:avLst/>
          </a:prstGeom>
          <a:noFill/>
          <a:ln w="698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0B8BAF-414C-9C5B-AADA-9ADC6C69D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15" y="2339836"/>
            <a:ext cx="5152714" cy="7075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7B8F6D-78EE-CA12-0048-4535F3FE9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4" y="3810594"/>
            <a:ext cx="4385487" cy="1698552"/>
          </a:xfrm>
          <a:prstGeom prst="rect">
            <a:avLst/>
          </a:prstGeom>
        </p:spPr>
      </p:pic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5457E9ED-1133-C638-2711-89D61DFE000D}"/>
              </a:ext>
            </a:extLst>
          </p:cNvPr>
          <p:cNvSpPr/>
          <p:nvPr/>
        </p:nvSpPr>
        <p:spPr>
          <a:xfrm>
            <a:off x="596810" y="4017045"/>
            <a:ext cx="3561831" cy="300390"/>
          </a:xfrm>
          <a:prstGeom prst="roundRect">
            <a:avLst/>
          </a:prstGeom>
          <a:noFill/>
          <a:ln w="698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753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5098-60DE-6E4A-E5FB-575A77BD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42175E6-D435-00A9-6566-A0F5C316FC8C}"/>
              </a:ext>
            </a:extLst>
          </p:cNvPr>
          <p:cNvGrpSpPr/>
          <p:nvPr/>
        </p:nvGrpSpPr>
        <p:grpSpPr>
          <a:xfrm>
            <a:off x="399815" y="141797"/>
            <a:ext cx="1986006" cy="307777"/>
            <a:chOff x="426282" y="283235"/>
            <a:chExt cx="198646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A5ED8B-8816-6924-B067-CA73709EC71C}"/>
                </a:ext>
              </a:extLst>
            </p:cNvPr>
            <p:cNvSpPr txBox="1"/>
            <p:nvPr/>
          </p:nvSpPr>
          <p:spPr>
            <a:xfrm>
              <a:off x="426282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6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50F591-2C5B-4B47-B5F7-D5BDB176C3D6}"/>
                </a:ext>
              </a:extLst>
            </p:cNvPr>
            <p:cNvSpPr txBox="1"/>
            <p:nvPr/>
          </p:nvSpPr>
          <p:spPr>
            <a:xfrm>
              <a:off x="690724" y="298625"/>
              <a:ext cx="172202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Main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내부 동작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6B1BBD5-42CB-F781-E92D-07019C3E9EA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8A93D31-24F3-9E78-3528-CF58F96C4386}"/>
              </a:ext>
            </a:extLst>
          </p:cNvPr>
          <p:cNvSpPr txBox="1"/>
          <p:nvPr/>
        </p:nvSpPr>
        <p:spPr>
          <a:xfrm>
            <a:off x="144130" y="509649"/>
            <a:ext cx="4102085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case1) 3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 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,4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 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C6950EF-7E1F-52B4-CEF9-D27D3F06C491}"/>
              </a:ext>
            </a:extLst>
          </p:cNvPr>
          <p:cNvGraphicFramePr>
            <a:graphicFrameLocks noGrp="1"/>
          </p:cNvGraphicFramePr>
          <p:nvPr/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0280A876-5EC3-6174-A42A-616DA5A991AC}"/>
              </a:ext>
            </a:extLst>
          </p:cNvPr>
          <p:cNvGrpSpPr/>
          <p:nvPr/>
        </p:nvGrpSpPr>
        <p:grpSpPr>
          <a:xfrm>
            <a:off x="9099656" y="3577416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D0DE62E-DAB8-5637-5EDF-28CAC429E19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4F9EDC73-358F-B35A-5B8B-262529D5ADFB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68CE464-C26A-0BB6-1BC8-B06A9B12C44F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64DBB05-3B4E-2258-E7A1-89C50C76E584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EC0CDE2F-22B5-4A2C-F900-F3D76525DBF6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2FB16E46-FFFA-1773-D5DD-84A2861E0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561997"/>
              </p:ext>
            </p:extLst>
          </p:nvPr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64" name="그룹 63">
            <a:extLst>
              <a:ext uri="{FF2B5EF4-FFF2-40B4-BE49-F238E27FC236}">
                <a16:creationId xmlns:a16="http://schemas.microsoft.com/office/drawing/2014/main" id="{B1CD9B7C-9BC0-CD06-FC99-3183D0C29A85}"/>
              </a:ext>
            </a:extLst>
          </p:cNvPr>
          <p:cNvGrpSpPr/>
          <p:nvPr/>
        </p:nvGrpSpPr>
        <p:grpSpPr>
          <a:xfrm>
            <a:off x="9122473" y="4860494"/>
            <a:ext cx="827314" cy="625293"/>
            <a:chOff x="7910524" y="234700"/>
            <a:chExt cx="827314" cy="625293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8CDCF718-4746-760F-258C-D2804E689934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6" name="화살표: 아래쪽 65">
              <a:extLst>
                <a:ext uri="{FF2B5EF4-FFF2-40B4-BE49-F238E27FC236}">
                  <a16:creationId xmlns:a16="http://schemas.microsoft.com/office/drawing/2014/main" id="{AFB36BFA-252B-8179-CC00-7BC2B0AC262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68F17B39-E070-5441-4397-710659CE0A15}"/>
              </a:ext>
            </a:extLst>
          </p:cNvPr>
          <p:cNvSpPr txBox="1"/>
          <p:nvPr/>
        </p:nvSpPr>
        <p:spPr>
          <a:xfrm>
            <a:off x="6837382" y="1648642"/>
            <a:ext cx="1763303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[0]~[2] </a:t>
            </a:r>
            <a:r>
              <a:rPr lang="ko-KR" altLang="en-US" sz="1400" dirty="0"/>
              <a:t>입력 후 출력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507A403-7CB1-8D77-2BC7-CF87D20AD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714569"/>
              </p:ext>
            </p:extLst>
          </p:nvPr>
        </p:nvGraphicFramePr>
        <p:xfrm>
          <a:off x="5485911" y="58015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729F712-04FB-61C7-70FC-01C68BF82A29}"/>
              </a:ext>
            </a:extLst>
          </p:cNvPr>
          <p:cNvGrpSpPr/>
          <p:nvPr/>
        </p:nvGrpSpPr>
        <p:grpSpPr>
          <a:xfrm>
            <a:off x="5626752" y="1276507"/>
            <a:ext cx="827314" cy="715199"/>
            <a:chOff x="8596086" y="2744558"/>
            <a:chExt cx="827314" cy="71519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290622C9-30AC-AFD6-0186-A8CF373886F9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화살표: 위쪽 23">
              <a:extLst>
                <a:ext uri="{FF2B5EF4-FFF2-40B4-BE49-F238E27FC236}">
                  <a16:creationId xmlns:a16="http://schemas.microsoft.com/office/drawing/2014/main" id="{C6DE601D-7F61-2059-B0D9-C28ACD3F35C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5DEF4EF-6EB0-F279-2B10-94E66FD80759}"/>
              </a:ext>
            </a:extLst>
          </p:cNvPr>
          <p:cNvGrpSpPr/>
          <p:nvPr/>
        </p:nvGrpSpPr>
        <p:grpSpPr>
          <a:xfrm>
            <a:off x="5626752" y="41532"/>
            <a:ext cx="827314" cy="625293"/>
            <a:chOff x="7913626" y="234700"/>
            <a:chExt cx="827314" cy="625293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57225AE3-225A-93CD-38E3-9F8359F26F7B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E3E9AA7E-AE57-EA54-1A6B-56897710FB9F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A52FB00-DABF-88D3-0D29-E9343AF98937}"/>
              </a:ext>
            </a:extLst>
          </p:cNvPr>
          <p:cNvGrpSpPr/>
          <p:nvPr/>
        </p:nvGrpSpPr>
        <p:grpSpPr>
          <a:xfrm>
            <a:off x="9085931" y="2183596"/>
            <a:ext cx="827314" cy="625293"/>
            <a:chOff x="7910524" y="234700"/>
            <a:chExt cx="827314" cy="625293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36E23618-4301-AF6C-6ACA-F52A561BE930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화살표: 아래쪽 30">
              <a:extLst>
                <a:ext uri="{FF2B5EF4-FFF2-40B4-BE49-F238E27FC236}">
                  <a16:creationId xmlns:a16="http://schemas.microsoft.com/office/drawing/2014/main" id="{CCEE5B3E-D0BE-954F-08F2-AE72B27EC7FD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F9F02ADE-A80E-A365-A8C9-0FBB407FCDF9}"/>
              </a:ext>
            </a:extLst>
          </p:cNvPr>
          <p:cNvSpPr/>
          <p:nvPr/>
        </p:nvSpPr>
        <p:spPr>
          <a:xfrm>
            <a:off x="6815362" y="2236293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8288B92-4427-8713-6988-9A67183DA9D0}"/>
              </a:ext>
            </a:extLst>
          </p:cNvPr>
          <p:cNvGrpSpPr/>
          <p:nvPr/>
        </p:nvGrpSpPr>
        <p:grpSpPr>
          <a:xfrm>
            <a:off x="7953034" y="6129798"/>
            <a:ext cx="827314" cy="715199"/>
            <a:chOff x="8596086" y="2744558"/>
            <a:chExt cx="827314" cy="71519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DFCB0043-5899-3F14-DF59-F2031D11B482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화살표: 위쪽 36">
              <a:extLst>
                <a:ext uri="{FF2B5EF4-FFF2-40B4-BE49-F238E27FC236}">
                  <a16:creationId xmlns:a16="http://schemas.microsoft.com/office/drawing/2014/main" id="{F5F1455B-CE9A-0287-337E-06A6EFC45F0B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89D25BC-71EA-A056-51A6-B570DCE170CD}"/>
              </a:ext>
            </a:extLst>
          </p:cNvPr>
          <p:cNvGrpSpPr/>
          <p:nvPr/>
        </p:nvGrpSpPr>
        <p:grpSpPr>
          <a:xfrm>
            <a:off x="7946820" y="4875007"/>
            <a:ext cx="827314" cy="625293"/>
            <a:chOff x="7910524" y="234700"/>
            <a:chExt cx="827314" cy="625293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72CFDF8D-E0B1-F9A1-22B0-D8BFA6A9EBCB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40" name="화살표: 아래쪽 39">
              <a:extLst>
                <a:ext uri="{FF2B5EF4-FFF2-40B4-BE49-F238E27FC236}">
                  <a16:creationId xmlns:a16="http://schemas.microsoft.com/office/drawing/2014/main" id="{DFB861B0-C7C9-F6E8-7A3C-1996CD289188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A6553811-1E39-1E42-8B7F-1F552060C9CE}"/>
              </a:ext>
            </a:extLst>
          </p:cNvPr>
          <p:cNvSpPr/>
          <p:nvPr/>
        </p:nvSpPr>
        <p:spPr>
          <a:xfrm>
            <a:off x="5595468" y="4942871"/>
            <a:ext cx="2345115" cy="2237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3B632AB3-B510-CCFD-5D60-7BD88AD49C41}"/>
              </a:ext>
            </a:extLst>
          </p:cNvPr>
          <p:cNvSpPr/>
          <p:nvPr/>
        </p:nvSpPr>
        <p:spPr>
          <a:xfrm>
            <a:off x="5682343" y="6553137"/>
            <a:ext cx="1964863" cy="2058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FCFFB57C-2384-8E23-09C4-FBE3F7CE50A1}"/>
              </a:ext>
            </a:extLst>
          </p:cNvPr>
          <p:cNvSpPr/>
          <p:nvPr/>
        </p:nvSpPr>
        <p:spPr>
          <a:xfrm>
            <a:off x="9913245" y="4875007"/>
            <a:ext cx="1291700" cy="29158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C81CD7-68B5-DB33-693C-14D5DEF49217}"/>
              </a:ext>
            </a:extLst>
          </p:cNvPr>
          <p:cNvSpPr txBox="1"/>
          <p:nvPr/>
        </p:nvSpPr>
        <p:spPr>
          <a:xfrm>
            <a:off x="5451501" y="4218850"/>
            <a:ext cx="2308668" cy="606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[3]~[1] </a:t>
            </a:r>
            <a:r>
              <a:rPr lang="ko-KR" altLang="en-US" sz="1400" dirty="0"/>
              <a:t>입력 후 출력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[4]</a:t>
            </a:r>
            <a:r>
              <a:rPr lang="ko-KR" altLang="en-US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[0]</a:t>
            </a:r>
            <a:r>
              <a:rPr lang="ko-KR" altLang="en-US" sz="1400" dirty="0">
                <a:sym typeface="Wingdings" panose="05000000000000000000" pitchFamily="2" charset="2"/>
              </a:rPr>
              <a:t> 번으로 순환 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5DA3AC-7D0F-8499-7436-C12C915A5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38" y="911038"/>
            <a:ext cx="4187539" cy="32285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5E219E-16DD-0965-DDCD-726E609A9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47" y="4288873"/>
            <a:ext cx="3109036" cy="2455290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EB06885-C56E-FAD7-D80C-A9D7D55787CC}"/>
              </a:ext>
            </a:extLst>
          </p:cNvPr>
          <p:cNvSpPr/>
          <p:nvPr/>
        </p:nvSpPr>
        <p:spPr>
          <a:xfrm flipV="1">
            <a:off x="425184" y="5190675"/>
            <a:ext cx="364273" cy="15657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58D361F-F4C8-60DC-1213-B604CE8F6B63}"/>
              </a:ext>
            </a:extLst>
          </p:cNvPr>
          <p:cNvSpPr/>
          <p:nvPr/>
        </p:nvSpPr>
        <p:spPr>
          <a:xfrm flipV="1">
            <a:off x="380245" y="6382323"/>
            <a:ext cx="364273" cy="15657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79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F6127-89BE-B56B-BA74-D39EF9C2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6D261BB-4869-1E10-4948-88C32140D9DF}"/>
              </a:ext>
            </a:extLst>
          </p:cNvPr>
          <p:cNvGrpSpPr/>
          <p:nvPr/>
        </p:nvGrpSpPr>
        <p:grpSpPr>
          <a:xfrm>
            <a:off x="399815" y="141797"/>
            <a:ext cx="1986006" cy="307777"/>
            <a:chOff x="426282" y="283235"/>
            <a:chExt cx="1986464" cy="30784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F0DF0F-5112-F283-838C-EF72280C7DCF}"/>
                </a:ext>
              </a:extLst>
            </p:cNvPr>
            <p:cNvSpPr txBox="1"/>
            <p:nvPr/>
          </p:nvSpPr>
          <p:spPr>
            <a:xfrm>
              <a:off x="426282" y="283235"/>
              <a:ext cx="149114" cy="30784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altLang="ko-KR" sz="2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G마켓 산스 TTF Bold" panose="02000000000000000000" pitchFamily="2" charset="-127"/>
                </a:rPr>
                <a:t>6	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907610-4BC4-D8DC-9255-5CFAC7D51F69}"/>
                </a:ext>
              </a:extLst>
            </p:cNvPr>
            <p:cNvSpPr txBox="1"/>
            <p:nvPr/>
          </p:nvSpPr>
          <p:spPr>
            <a:xfrm>
              <a:off x="690724" y="298625"/>
              <a:ext cx="1722022" cy="2770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Main </a:t>
              </a:r>
              <a:r>
                <a:rPr lang="ko-KR" altLang="en-US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2E71EA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itchFamily="50" charset="-127"/>
                </a:rPr>
                <a:t>내부 동작 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D7C11DA-DFA6-6C87-57D3-94B2A50ABA57}"/>
                </a:ext>
              </a:extLst>
            </p:cNvPr>
            <p:cNvCxnSpPr/>
            <p:nvPr/>
          </p:nvCxnSpPr>
          <p:spPr>
            <a:xfrm>
              <a:off x="623322" y="345002"/>
              <a:ext cx="0" cy="184242"/>
            </a:xfrm>
            <a:prstGeom prst="line">
              <a:avLst/>
            </a:prstGeom>
            <a:ln>
              <a:solidFill>
                <a:srgbClr val="2E71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27F2D3-E71F-E9F9-E4ED-9DC3888A39C9}"/>
              </a:ext>
            </a:extLst>
          </p:cNvPr>
          <p:cNvSpPr txBox="1"/>
          <p:nvPr/>
        </p:nvSpPr>
        <p:spPr>
          <a:xfrm>
            <a:off x="144130" y="509649"/>
            <a:ext cx="4065024" cy="3619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 case2) 7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개 입력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-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출력</a:t>
            </a:r>
            <a:r>
              <a:rPr lang="en-US" altLang="ko-KR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, overflow </a:t>
            </a:r>
            <a:r>
              <a:rPr lang="ko-KR" altLang="en-US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2E71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itchFamily="50" charset="-127"/>
              </a:rPr>
              <a:t>발생</a:t>
            </a: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EAB46FF2-9D01-18E7-F235-91AD41F00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621617"/>
              </p:ext>
            </p:extLst>
          </p:nvPr>
        </p:nvGraphicFramePr>
        <p:xfrm>
          <a:off x="5522200" y="2837121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54" name="그룹 53">
            <a:extLst>
              <a:ext uri="{FF2B5EF4-FFF2-40B4-BE49-F238E27FC236}">
                <a16:creationId xmlns:a16="http://schemas.microsoft.com/office/drawing/2014/main" id="{E20E274F-D0D8-9147-D5F6-97788640B95D}"/>
              </a:ext>
            </a:extLst>
          </p:cNvPr>
          <p:cNvGrpSpPr/>
          <p:nvPr/>
        </p:nvGrpSpPr>
        <p:grpSpPr>
          <a:xfrm>
            <a:off x="10260799" y="3589619"/>
            <a:ext cx="827314" cy="715199"/>
            <a:chOff x="8596086" y="2744558"/>
            <a:chExt cx="827314" cy="71519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967FB00C-1E71-5701-8FD8-EDFCD74FC60C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화살표: 위쪽 55">
              <a:extLst>
                <a:ext uri="{FF2B5EF4-FFF2-40B4-BE49-F238E27FC236}">
                  <a16:creationId xmlns:a16="http://schemas.microsoft.com/office/drawing/2014/main" id="{06431A4F-65D1-9DC9-198D-77B4B1CBB30A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DA5B06A-9E5A-FDD5-7AD9-AC5F51AA239B}"/>
              </a:ext>
            </a:extLst>
          </p:cNvPr>
          <p:cNvGrpSpPr/>
          <p:nvPr/>
        </p:nvGrpSpPr>
        <p:grpSpPr>
          <a:xfrm>
            <a:off x="5682343" y="2190850"/>
            <a:ext cx="827314" cy="625293"/>
            <a:chOff x="7910524" y="234700"/>
            <a:chExt cx="827314" cy="625293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CDF36B84-7D21-022D-35B4-7FE9F7FE1932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59" name="화살표: 아래쪽 58">
              <a:extLst>
                <a:ext uri="{FF2B5EF4-FFF2-40B4-BE49-F238E27FC236}">
                  <a16:creationId xmlns:a16="http://schemas.microsoft.com/office/drawing/2014/main" id="{201CE01D-B6BD-7C93-A981-C65458A16399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4764D64-784E-30B7-3547-F1696B7987E4}"/>
              </a:ext>
            </a:extLst>
          </p:cNvPr>
          <p:cNvSpPr txBox="1"/>
          <p:nvPr/>
        </p:nvSpPr>
        <p:spPr>
          <a:xfrm>
            <a:off x="6810400" y="2082219"/>
            <a:ext cx="4231928" cy="6047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/>
              <a:t>is_full</a:t>
            </a:r>
            <a:r>
              <a:rPr lang="en-US" altLang="ko-KR" sz="1400" dirty="0"/>
              <a:t>() </a:t>
            </a:r>
            <a:r>
              <a:rPr lang="ko-KR" altLang="en-US" sz="1400" dirty="0"/>
              <a:t>상태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Enqueue</a:t>
            </a:r>
            <a:r>
              <a:rPr lang="ko-KR" altLang="en-US" sz="1400" dirty="0"/>
              <a:t>에서 </a:t>
            </a:r>
            <a:r>
              <a:rPr lang="en-US" altLang="ko-KR" sz="1400" dirty="0"/>
              <a:t>Rear </a:t>
            </a:r>
            <a:r>
              <a:rPr lang="ko-KR" altLang="en-US" sz="1400" dirty="0"/>
              <a:t>이동 시</a:t>
            </a:r>
            <a:r>
              <a:rPr lang="en-US" altLang="ko-KR" sz="1400" dirty="0"/>
              <a:t>, </a:t>
            </a:r>
            <a:r>
              <a:rPr lang="en-US" altLang="ko-KR" sz="1400" b="1" dirty="0"/>
              <a:t>Front</a:t>
            </a:r>
            <a:r>
              <a:rPr lang="ko-KR" altLang="en-US" sz="1400" b="1" dirty="0"/>
              <a:t>도 한 칸씩 이동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AC57A30-01DA-9F7A-08FF-A92C39DF5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95509"/>
              </p:ext>
            </p:extLst>
          </p:nvPr>
        </p:nvGraphicFramePr>
        <p:xfrm>
          <a:off x="5485911" y="580159"/>
          <a:ext cx="58642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852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72852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7A96AC6D-8200-68F9-D1C4-942F7E8D2DFA}"/>
              </a:ext>
            </a:extLst>
          </p:cNvPr>
          <p:cNvGrpSpPr/>
          <p:nvPr/>
        </p:nvGrpSpPr>
        <p:grpSpPr>
          <a:xfrm>
            <a:off x="5626752" y="1276507"/>
            <a:ext cx="827314" cy="715199"/>
            <a:chOff x="8596086" y="2744558"/>
            <a:chExt cx="827314" cy="71519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E6F1464-BE41-3283-ACA3-7324411A70A8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위쪽 15">
              <a:extLst>
                <a:ext uri="{FF2B5EF4-FFF2-40B4-BE49-F238E27FC236}">
                  <a16:creationId xmlns:a16="http://schemas.microsoft.com/office/drawing/2014/main" id="{928B80A0-9BA1-3BDB-2919-EEA519357D74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CE614FC-BCB5-C391-8493-DFC6687DD030}"/>
              </a:ext>
            </a:extLst>
          </p:cNvPr>
          <p:cNvGrpSpPr/>
          <p:nvPr/>
        </p:nvGrpSpPr>
        <p:grpSpPr>
          <a:xfrm>
            <a:off x="5626752" y="41532"/>
            <a:ext cx="827314" cy="625293"/>
            <a:chOff x="7913626" y="234700"/>
            <a:chExt cx="827314" cy="625293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0AB0272-1641-361F-0FDE-C360C72FB243}"/>
                </a:ext>
              </a:extLst>
            </p:cNvPr>
            <p:cNvSpPr/>
            <p:nvPr/>
          </p:nvSpPr>
          <p:spPr>
            <a:xfrm>
              <a:off x="7913626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1373A24C-6ED6-584B-9544-A6C52C82DB9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860CFEFC-C4CE-8C7C-09F5-B22B9BB3718F}"/>
              </a:ext>
            </a:extLst>
          </p:cNvPr>
          <p:cNvSpPr/>
          <p:nvPr/>
        </p:nvSpPr>
        <p:spPr>
          <a:xfrm>
            <a:off x="6582228" y="2281853"/>
            <a:ext cx="347554" cy="13739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92633DE1-16C8-D86E-583C-BC177953B831}"/>
              </a:ext>
            </a:extLst>
          </p:cNvPr>
          <p:cNvSpPr/>
          <p:nvPr/>
        </p:nvSpPr>
        <p:spPr>
          <a:xfrm>
            <a:off x="11212202" y="4083071"/>
            <a:ext cx="347554" cy="13739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7B2C47F-80AD-EF0D-0168-009D64DF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40374"/>
              </p:ext>
            </p:extLst>
          </p:nvPr>
        </p:nvGraphicFramePr>
        <p:xfrm>
          <a:off x="5529457" y="5382244"/>
          <a:ext cx="568274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549">
                  <a:extLst>
                    <a:ext uri="{9D8B030D-6E8A-4147-A177-3AD203B41FA5}">
                      <a16:colId xmlns:a16="http://schemas.microsoft.com/office/drawing/2014/main" val="297834531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51652069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411927753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2282447059"/>
                    </a:ext>
                  </a:extLst>
                </a:gridCol>
                <a:gridCol w="1136549">
                  <a:extLst>
                    <a:ext uri="{9D8B030D-6E8A-4147-A177-3AD203B41FA5}">
                      <a16:colId xmlns:a16="http://schemas.microsoft.com/office/drawing/2014/main" val="1506443707"/>
                    </a:ext>
                  </a:extLst>
                </a:gridCol>
              </a:tblGrid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44884"/>
                  </a:ext>
                </a:extLst>
              </a:tr>
              <a:tr h="2951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09872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E08364D9-C567-E2AC-49E1-10B21A14E24E}"/>
              </a:ext>
            </a:extLst>
          </p:cNvPr>
          <p:cNvGrpSpPr/>
          <p:nvPr/>
        </p:nvGrpSpPr>
        <p:grpSpPr>
          <a:xfrm>
            <a:off x="7953034" y="6129798"/>
            <a:ext cx="827314" cy="715199"/>
            <a:chOff x="8596086" y="2744558"/>
            <a:chExt cx="827314" cy="7151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858D2596-C002-F024-444A-35913C5F0857}"/>
                </a:ext>
              </a:extLst>
            </p:cNvPr>
            <p:cNvSpPr>
              <a:spLocks/>
            </p:cNvSpPr>
            <p:nvPr/>
          </p:nvSpPr>
          <p:spPr>
            <a:xfrm>
              <a:off x="8596086" y="3153658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Rear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화살표: 위쪽 24">
              <a:extLst>
                <a:ext uri="{FF2B5EF4-FFF2-40B4-BE49-F238E27FC236}">
                  <a16:creationId xmlns:a16="http://schemas.microsoft.com/office/drawing/2014/main" id="{418BAC8C-E606-44E1-3051-654072AA140C}"/>
                </a:ext>
              </a:extLst>
            </p:cNvPr>
            <p:cNvSpPr>
              <a:spLocks/>
            </p:cNvSpPr>
            <p:nvPr/>
          </p:nvSpPr>
          <p:spPr>
            <a:xfrm>
              <a:off x="8908143" y="2744558"/>
              <a:ext cx="203200" cy="4091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D24AF76-143E-ABD9-F19D-4B87283D941B}"/>
              </a:ext>
            </a:extLst>
          </p:cNvPr>
          <p:cNvGrpSpPr/>
          <p:nvPr/>
        </p:nvGrpSpPr>
        <p:grpSpPr>
          <a:xfrm>
            <a:off x="7946820" y="4875007"/>
            <a:ext cx="827314" cy="625293"/>
            <a:chOff x="7910524" y="234700"/>
            <a:chExt cx="827314" cy="625293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C8DE525-5E32-3B7F-A3B0-E63106498397}"/>
                </a:ext>
              </a:extLst>
            </p:cNvPr>
            <p:cNvSpPr/>
            <p:nvPr/>
          </p:nvSpPr>
          <p:spPr>
            <a:xfrm>
              <a:off x="7910524" y="234700"/>
              <a:ext cx="827314" cy="3060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0000FF"/>
                  </a:solidFill>
                </a:rPr>
                <a:t>Front</a:t>
              </a:r>
              <a:endParaRPr lang="ko-KR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678B4110-0731-C36C-933F-805E06ADA285}"/>
                </a:ext>
              </a:extLst>
            </p:cNvPr>
            <p:cNvSpPr/>
            <p:nvPr/>
          </p:nvSpPr>
          <p:spPr>
            <a:xfrm>
              <a:off x="8240197" y="553894"/>
              <a:ext cx="174171" cy="30609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1B8F4AB-8EF9-9A87-5F82-15D5CB57326A}"/>
              </a:ext>
            </a:extLst>
          </p:cNvPr>
          <p:cNvSpPr txBox="1"/>
          <p:nvPr/>
        </p:nvSpPr>
        <p:spPr>
          <a:xfrm>
            <a:off x="5552722" y="4846821"/>
            <a:ext cx="1736053" cy="2815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/>
              <a:t> [3]~[1] </a:t>
            </a:r>
            <a:r>
              <a:rPr lang="ko-KR" altLang="en-US" sz="1400" dirty="0"/>
              <a:t>출력 완료</a:t>
            </a: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3A03C766-0878-073C-B0C3-801FAEFDE85C}"/>
              </a:ext>
            </a:extLst>
          </p:cNvPr>
          <p:cNvSpPr/>
          <p:nvPr/>
        </p:nvSpPr>
        <p:spPr>
          <a:xfrm>
            <a:off x="161423" y="4462438"/>
            <a:ext cx="347554" cy="13739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9154A649-DB41-3249-01EB-6EBFF8F647D2}"/>
              </a:ext>
            </a:extLst>
          </p:cNvPr>
          <p:cNvSpPr/>
          <p:nvPr/>
        </p:nvSpPr>
        <p:spPr>
          <a:xfrm>
            <a:off x="154406" y="4603214"/>
            <a:ext cx="347554" cy="13739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4FA3E3DF-0D4A-D6CF-2FD2-34FEA50D64A6}"/>
              </a:ext>
            </a:extLst>
          </p:cNvPr>
          <p:cNvSpPr/>
          <p:nvPr/>
        </p:nvSpPr>
        <p:spPr>
          <a:xfrm>
            <a:off x="161423" y="4743990"/>
            <a:ext cx="347554" cy="13739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275B14A2-6500-0120-C344-66A8720114E6}"/>
              </a:ext>
            </a:extLst>
          </p:cNvPr>
          <p:cNvSpPr/>
          <p:nvPr/>
        </p:nvSpPr>
        <p:spPr>
          <a:xfrm>
            <a:off x="161423" y="5819583"/>
            <a:ext cx="347554" cy="13739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4F958AA-F3A7-CC19-31F6-5DE5D957F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38" y="1173478"/>
            <a:ext cx="4763088" cy="249153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BA51253-962D-3364-F001-33322B614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96" y="4151767"/>
            <a:ext cx="3862500" cy="21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6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23620</TotalTime>
  <Words>1052</Words>
  <Application>Microsoft Office PowerPoint</Application>
  <PresentationFormat>와이드스크린</PresentationFormat>
  <Paragraphs>361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이진영</dc:creator>
  <cp:lastModifiedBy>규철 박</cp:lastModifiedBy>
  <cp:revision>962</cp:revision>
  <cp:lastPrinted>2026-01-14T01:22:07Z</cp:lastPrinted>
  <dcterms:created xsi:type="dcterms:W3CDTF">2025-05-12T02:30:34Z</dcterms:created>
  <dcterms:modified xsi:type="dcterms:W3CDTF">2026-04-06T05:46:58Z</dcterms:modified>
</cp:coreProperties>
</file>