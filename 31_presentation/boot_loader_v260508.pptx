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1097" r:id="rId2"/>
    <p:sldId id="1096" r:id="rId3"/>
    <p:sldId id="1100" r:id="rId4"/>
    <p:sldId id="1098" r:id="rId5"/>
    <p:sldId id="1099" r:id="rId6"/>
    <p:sldId id="1101" r:id="rId7"/>
  </p:sldIdLst>
  <p:sldSz cx="12192000" cy="6858000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48A6"/>
    <a:srgbClr val="0000FF"/>
    <a:srgbClr val="595959"/>
    <a:srgbClr val="2E71EA"/>
    <a:srgbClr val="37E2FF"/>
    <a:srgbClr val="60BEA7"/>
    <a:srgbClr val="FFE699"/>
    <a:srgbClr val="BFBFBF"/>
    <a:srgbClr val="EC5F58"/>
    <a:srgbClr val="26A9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93" autoAdjust="0"/>
    <p:restoredTop sz="92790" autoAdjust="0"/>
  </p:normalViewPr>
  <p:slideViewPr>
    <p:cSldViewPr snapToGrid="0">
      <p:cViewPr varScale="1">
        <p:scale>
          <a:sx n="73" d="100"/>
          <a:sy n="73" d="100"/>
        </p:scale>
        <p:origin x="520" y="51"/>
      </p:cViewPr>
      <p:guideLst>
        <p:guide orient="horz" pos="2160"/>
        <p:guide pos="3840"/>
      </p:guideLst>
    </p:cSldViewPr>
  </p:slideViewPr>
  <p:notesTextViewPr>
    <p:cViewPr>
      <p:scale>
        <a:sx n="66" d="100"/>
        <a:sy n="66" d="100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-3293" y="-86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406EB0-B97D-49F4-8313-D3926DE8860A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EFEFB9-15C7-459E-AFDF-48C80CC825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0216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D34DEB-12D1-4386-BA98-56BFB740DC56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1A9987-C07B-4DC6-8065-A1C5A878F31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598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59C9A-B79F-5567-C396-5A1C542D3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49843E-7B23-38A7-1AD3-C229090BF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6E4D65-1E6A-BAA7-E199-452921E89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7D5832-2EA8-2458-AC10-089E1C700C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9592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E86CC-B25D-9FFF-44BD-CEA20A759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9B2792-3DD0-AE62-BBA8-5AEBD645CF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5CD003-6AA7-8FD2-B581-E169BB916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2529FE-6295-B783-49CB-949550F8E8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3952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5EA0C-9EB7-E663-6F06-42ED0577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776213-E1C7-44DD-050A-456C64D4F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5C3BFD-1501-7341-CF15-99C6B687C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40CC34-15EA-38CB-0721-B97A091B0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1639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AE7F8-6B7A-F6BD-D41A-9787BB593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EBE31B-F4D1-A807-FAE3-3D40A49DF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74E724-9A7C-53FA-4F12-BF9A64363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AA629E-B2CE-9C7C-F768-DC18BC9295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4281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8FEA6-93AE-E0CA-8C72-C875FC190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B6C1A2-79AA-E477-2DCE-43D01E980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9A4A0E-C5B7-BBCD-81E3-9239A78BF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247FC2-31A9-D716-9825-E05D545D0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5487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F681C-5483-ED0A-469A-2011BB99A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99DC0C-31ED-CE83-FB9B-2B861A00C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C520B5-0016-ABD5-FFA5-EF10C9D2E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3FC630-96FF-A23D-A4CF-7B2B0DAE7F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4547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396134" y="6468537"/>
            <a:ext cx="711200" cy="366182"/>
          </a:xfrm>
          <a:prstGeom prst="rect">
            <a:avLst/>
          </a:prstGeom>
        </p:spPr>
        <p:txBody>
          <a:bodyPr vert="horz" lIns="121873" tIns="60935" rIns="121873" bIns="60935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DABB789-FA18-47F0-8F5E-895E398FBCA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281035" y="804333"/>
            <a:ext cx="11628342" cy="5562600"/>
          </a:xfrm>
          <a:prstGeom prst="rect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7F5BE63-F116-286A-155E-BC3007028F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4466" y="185332"/>
            <a:ext cx="1147945" cy="11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24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6397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08264-066F-9E41-1893-0635DDBB0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C7A78E81-0C44-2354-2B6C-924D6A4A43C0}"/>
              </a:ext>
            </a:extLst>
          </p:cNvPr>
          <p:cNvGrpSpPr/>
          <p:nvPr/>
        </p:nvGrpSpPr>
        <p:grpSpPr>
          <a:xfrm>
            <a:off x="4438507" y="1431335"/>
            <a:ext cx="3176767" cy="442592"/>
            <a:chOff x="255974" y="148389"/>
            <a:chExt cx="3177518" cy="44269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FD4BB92-6E58-E7AD-483A-8505957C6649}"/>
                </a:ext>
              </a:extLst>
            </p:cNvPr>
            <p:cNvSpPr txBox="1"/>
            <p:nvPr/>
          </p:nvSpPr>
          <p:spPr>
            <a:xfrm>
              <a:off x="575331" y="283235"/>
              <a:ext cx="6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endParaRPr lang="en-US" altLang="ko-KR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5C68D1E-3A75-3F3F-E090-6AF9E704CA09}"/>
                </a:ext>
              </a:extLst>
            </p:cNvPr>
            <p:cNvSpPr txBox="1"/>
            <p:nvPr/>
          </p:nvSpPr>
          <p:spPr>
            <a:xfrm>
              <a:off x="255974" y="148389"/>
              <a:ext cx="3177518" cy="36941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24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Boot loader </a:t>
              </a:r>
              <a:r>
                <a:rPr lang="ko-KR" altLang="en-US" sz="24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개발 계획</a:t>
              </a:r>
              <a:endParaRPr lang="en-US" altLang="ko-KR" sz="24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A5589E3-1CD0-3FE3-B4FD-3D7E1089FD97}"/>
              </a:ext>
            </a:extLst>
          </p:cNvPr>
          <p:cNvSpPr txBox="1"/>
          <p:nvPr/>
        </p:nvSpPr>
        <p:spPr>
          <a:xfrm>
            <a:off x="1709788" y="2789622"/>
            <a:ext cx="6096000" cy="2116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1800" b="1" kern="1200" dirty="0">
                <a:effectLst/>
                <a:ea typeface="+mn-ea"/>
                <a:cs typeface="+mn-cs"/>
              </a:rPr>
              <a:t>사용 목적 및 </a:t>
            </a:r>
            <a:r>
              <a:rPr lang="en-US" altLang="ko-KR" sz="1800" b="1" kern="1200" dirty="0">
                <a:effectLst/>
                <a:ea typeface="+mn-ea"/>
                <a:cs typeface="+mn-cs"/>
              </a:rPr>
              <a:t>Flash Map</a:t>
            </a:r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ko-KR" b="1" dirty="0"/>
              <a:t>Boot</a:t>
            </a:r>
            <a:r>
              <a:rPr lang="ko-KR" altLang="en-US" b="1" dirty="0"/>
              <a:t> </a:t>
            </a:r>
            <a:r>
              <a:rPr lang="en-US" altLang="ko-KR" b="1" dirty="0"/>
              <a:t>loader </a:t>
            </a:r>
            <a:r>
              <a:rPr lang="ko-KR" altLang="en-US" b="1" dirty="0"/>
              <a:t>기능</a:t>
            </a:r>
            <a:endParaRPr lang="en-US" altLang="ko-KR" b="1" dirty="0"/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ko-KR" b="1" dirty="0" err="1"/>
              <a:t>Applocation</a:t>
            </a:r>
            <a:r>
              <a:rPr lang="en-US" altLang="ko-KR" b="1" dirty="0"/>
              <a:t> </a:t>
            </a:r>
            <a:r>
              <a:rPr lang="ko-KR" altLang="en-US" b="1" dirty="0"/>
              <a:t>기능</a:t>
            </a:r>
            <a:endParaRPr lang="en-US" altLang="ko-KR" b="1" dirty="0"/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ko-KR" b="1" dirty="0"/>
              <a:t>STM32 IDE</a:t>
            </a:r>
            <a:r>
              <a:rPr lang="ko-KR" altLang="en-US" b="1" dirty="0"/>
              <a:t> 프로젝트 구성</a:t>
            </a:r>
            <a:endParaRPr lang="en-US" altLang="ko-KR" b="1" dirty="0"/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230142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62B9E-718A-DE28-A701-1096323C5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69FA9A06-A3C7-4A4C-DFF6-5C1D7D726F5E}"/>
              </a:ext>
            </a:extLst>
          </p:cNvPr>
          <p:cNvGrpSpPr/>
          <p:nvPr/>
        </p:nvGrpSpPr>
        <p:grpSpPr>
          <a:xfrm>
            <a:off x="399813" y="141797"/>
            <a:ext cx="2795525" cy="307777"/>
            <a:chOff x="426280" y="283235"/>
            <a:chExt cx="2796170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6BC17F4-F1B4-E713-49FA-4C43645ABB52}"/>
                </a:ext>
              </a:extLst>
            </p:cNvPr>
            <p:cNvSpPr txBox="1"/>
            <p:nvPr/>
          </p:nvSpPr>
          <p:spPr>
            <a:xfrm>
              <a:off x="426280" y="283235"/>
              <a:ext cx="149115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81D784C-58DE-8406-4502-E60D5A57B84B}"/>
                </a:ext>
              </a:extLst>
            </p:cNvPr>
            <p:cNvSpPr txBox="1"/>
            <p:nvPr/>
          </p:nvSpPr>
          <p:spPr>
            <a:xfrm>
              <a:off x="690724" y="298625"/>
              <a:ext cx="2531726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사용 목적 및 </a:t>
              </a:r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Flash Map</a:t>
              </a:r>
              <a:endParaRPr lang="ko-KR" altLang="en-US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endParaRP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4C874E1-9028-9491-3ACE-27E7CFA2E396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57EA3C44-1DE1-9A9E-ABF1-DDD2E7EC3F86}"/>
              </a:ext>
            </a:extLst>
          </p:cNvPr>
          <p:cNvSpPr txBox="1"/>
          <p:nvPr/>
        </p:nvSpPr>
        <p:spPr>
          <a:xfrm>
            <a:off x="548892" y="1992575"/>
            <a:ext cx="4546617" cy="15742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CLI</a:t>
            </a:r>
            <a:r>
              <a:rPr lang="ko-KR" altLang="en-US" sz="1400" dirty="0"/>
              <a:t> 환경 </a:t>
            </a:r>
            <a:r>
              <a:rPr lang="en-US" altLang="ko-KR" sz="1400" dirty="0"/>
              <a:t>FW </a:t>
            </a:r>
            <a:r>
              <a:rPr lang="ko-KR" altLang="en-US" sz="1400" dirty="0"/>
              <a:t>다운로드 </a:t>
            </a:r>
            <a:r>
              <a:rPr lang="en-US" altLang="ko-KR" sz="1400" dirty="0"/>
              <a:t>– UART</a:t>
            </a:r>
            <a:r>
              <a:rPr lang="ko-KR" altLang="en-US" sz="1400" dirty="0"/>
              <a:t> 통신만 활용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Bootloader</a:t>
            </a:r>
            <a:r>
              <a:rPr lang="ko-KR" altLang="en-US" sz="1400" dirty="0"/>
              <a:t>에서 </a:t>
            </a:r>
            <a:r>
              <a:rPr lang="en-US" altLang="ko-KR" sz="1400" dirty="0"/>
              <a:t>Application</a:t>
            </a:r>
            <a:r>
              <a:rPr lang="ko-KR" altLang="en-US" sz="1400" dirty="0"/>
              <a:t>으로 </a:t>
            </a:r>
            <a:r>
              <a:rPr lang="en-US" altLang="ko-KR" sz="1400" dirty="0"/>
              <a:t>Jump(</a:t>
            </a:r>
            <a:r>
              <a:rPr lang="ko-KR" altLang="en-US" sz="1400" dirty="0"/>
              <a:t>주소</a:t>
            </a:r>
            <a:r>
              <a:rPr lang="en-US" altLang="ko-KR" sz="1400" dirty="0"/>
              <a:t>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Flash Map </a:t>
            </a:r>
            <a:r>
              <a:rPr lang="ko-KR" altLang="en-US" sz="1400" dirty="0"/>
              <a:t>계층별 프로젝트 생성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Application/Backup App Header CRC</a:t>
            </a:r>
            <a:r>
              <a:rPr lang="ko-KR" altLang="en-US" sz="1400" dirty="0"/>
              <a:t> 확인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985DE77-AC1A-FF43-24F9-0192ED4FA800}"/>
              </a:ext>
            </a:extLst>
          </p:cNvPr>
          <p:cNvSpPr txBox="1"/>
          <p:nvPr/>
        </p:nvSpPr>
        <p:spPr>
          <a:xfrm>
            <a:off x="1460153" y="989951"/>
            <a:ext cx="2463701" cy="321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&lt;</a:t>
            </a:r>
            <a:r>
              <a:rPr lang="ko-KR" altLang="en-US" sz="1600" b="1" dirty="0"/>
              <a:t>사용 목적</a:t>
            </a:r>
            <a:r>
              <a:rPr lang="en-US" altLang="ko-KR" sz="1600" b="1" dirty="0"/>
              <a:t>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FE8D1E-8B59-8D3F-B367-5E5251452465}"/>
              </a:ext>
            </a:extLst>
          </p:cNvPr>
          <p:cNvSpPr txBox="1"/>
          <p:nvPr/>
        </p:nvSpPr>
        <p:spPr>
          <a:xfrm>
            <a:off x="7559643" y="989950"/>
            <a:ext cx="2463701" cy="321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&lt;Flash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map(128KB)&gt;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706F7F1-5A29-D0F5-9AC5-5359B1361E94}"/>
              </a:ext>
            </a:extLst>
          </p:cNvPr>
          <p:cNvSpPr/>
          <p:nvPr/>
        </p:nvSpPr>
        <p:spPr>
          <a:xfrm>
            <a:off x="7461782" y="1535632"/>
            <a:ext cx="3504037" cy="48721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AA689B-9830-3724-110C-3A123E891B71}"/>
              </a:ext>
            </a:extLst>
          </p:cNvPr>
          <p:cNvCxnSpPr/>
          <p:nvPr/>
        </p:nvCxnSpPr>
        <p:spPr>
          <a:xfrm>
            <a:off x="7461783" y="5884269"/>
            <a:ext cx="3504037" cy="0"/>
          </a:xfrm>
          <a:prstGeom prst="line">
            <a:avLst/>
          </a:prstGeom>
          <a:ln w="38100">
            <a:solidFill>
              <a:srgbClr val="2A48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D3DF7F7-3153-5D1C-044E-D841EAB650D8}"/>
              </a:ext>
            </a:extLst>
          </p:cNvPr>
          <p:cNvCxnSpPr/>
          <p:nvPr/>
        </p:nvCxnSpPr>
        <p:spPr>
          <a:xfrm>
            <a:off x="7467601" y="3523812"/>
            <a:ext cx="3504037" cy="0"/>
          </a:xfrm>
          <a:prstGeom prst="line">
            <a:avLst/>
          </a:prstGeom>
          <a:ln w="38100">
            <a:solidFill>
              <a:srgbClr val="2A48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347D821-4A77-54FC-8625-A973E19715ED}"/>
              </a:ext>
            </a:extLst>
          </p:cNvPr>
          <p:cNvSpPr txBox="1"/>
          <p:nvPr/>
        </p:nvSpPr>
        <p:spPr>
          <a:xfrm>
            <a:off x="8416720" y="5960505"/>
            <a:ext cx="1722563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Boot loader (24KB)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5B5759-1C2B-C51B-0154-BD9E2C936C41}"/>
              </a:ext>
            </a:extLst>
          </p:cNvPr>
          <p:cNvSpPr txBox="1"/>
          <p:nvPr/>
        </p:nvSpPr>
        <p:spPr>
          <a:xfrm>
            <a:off x="8312017" y="4239841"/>
            <a:ext cx="1827266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Application (51KB)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CB0187-5293-33A8-C94F-3BDAADD2E9DD}"/>
              </a:ext>
            </a:extLst>
          </p:cNvPr>
          <p:cNvSpPr txBox="1"/>
          <p:nvPr/>
        </p:nvSpPr>
        <p:spPr>
          <a:xfrm>
            <a:off x="8101232" y="2210317"/>
            <a:ext cx="2225135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err="1"/>
              <a:t>Application_Backup</a:t>
            </a:r>
            <a:r>
              <a:rPr lang="en-US" altLang="ko-KR" sz="1400" dirty="0"/>
              <a:t> (51KB)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CC2F0D-20E0-F78D-11D4-6AC641404831}"/>
              </a:ext>
            </a:extLst>
          </p:cNvPr>
          <p:cNvSpPr txBox="1"/>
          <p:nvPr/>
        </p:nvSpPr>
        <p:spPr>
          <a:xfrm>
            <a:off x="8364368" y="5436995"/>
            <a:ext cx="1827266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App Header (1KB)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DBB181-B847-24EE-3F2E-2F72836148BF}"/>
              </a:ext>
            </a:extLst>
          </p:cNvPr>
          <p:cNvSpPr txBox="1"/>
          <p:nvPr/>
        </p:nvSpPr>
        <p:spPr>
          <a:xfrm>
            <a:off x="8041841" y="3121901"/>
            <a:ext cx="2472319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App backup Header (1KB)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8F83D1D6-C174-CDFD-D9BB-E9C5B5CA2E87}"/>
              </a:ext>
            </a:extLst>
          </p:cNvPr>
          <p:cNvCxnSpPr/>
          <p:nvPr/>
        </p:nvCxnSpPr>
        <p:spPr>
          <a:xfrm>
            <a:off x="7460621" y="3111983"/>
            <a:ext cx="3504037" cy="0"/>
          </a:xfrm>
          <a:prstGeom prst="line">
            <a:avLst/>
          </a:prstGeom>
          <a:ln w="38100">
            <a:solidFill>
              <a:srgbClr val="2A48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E4D6B65-137D-19E2-7461-AC16EE15FA47}"/>
              </a:ext>
            </a:extLst>
          </p:cNvPr>
          <p:cNvCxnSpPr/>
          <p:nvPr/>
        </p:nvCxnSpPr>
        <p:spPr>
          <a:xfrm>
            <a:off x="7480401" y="5435213"/>
            <a:ext cx="3504037" cy="0"/>
          </a:xfrm>
          <a:prstGeom prst="line">
            <a:avLst/>
          </a:prstGeom>
          <a:ln w="38100">
            <a:solidFill>
              <a:srgbClr val="2A48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43D4552-177B-5B31-C541-0FE467EBE5EF}"/>
              </a:ext>
            </a:extLst>
          </p:cNvPr>
          <p:cNvSpPr txBox="1"/>
          <p:nvPr/>
        </p:nvSpPr>
        <p:spPr>
          <a:xfrm>
            <a:off x="6299183" y="5960505"/>
            <a:ext cx="1143980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accent1"/>
                </a:solidFill>
              </a:rPr>
              <a:t>0x0800 0000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0D681E-0217-9818-F0ED-D089B5475CA2}"/>
              </a:ext>
            </a:extLst>
          </p:cNvPr>
          <p:cNvSpPr txBox="1"/>
          <p:nvPr/>
        </p:nvSpPr>
        <p:spPr>
          <a:xfrm>
            <a:off x="6299183" y="5591722"/>
            <a:ext cx="1327787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accent1"/>
                </a:solidFill>
              </a:rPr>
              <a:t>0x0800 6000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AAC2FD5-C3E9-680E-BAB8-D826B3EFD7D5}"/>
              </a:ext>
            </a:extLst>
          </p:cNvPr>
          <p:cNvSpPr txBox="1"/>
          <p:nvPr/>
        </p:nvSpPr>
        <p:spPr>
          <a:xfrm>
            <a:off x="6299182" y="5266555"/>
            <a:ext cx="1327787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accent1"/>
                </a:solidFill>
              </a:rPr>
              <a:t>0x0800 6400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50C1050-65A0-10E8-601B-854E8BB33A92}"/>
              </a:ext>
            </a:extLst>
          </p:cNvPr>
          <p:cNvSpPr txBox="1"/>
          <p:nvPr/>
        </p:nvSpPr>
        <p:spPr>
          <a:xfrm>
            <a:off x="6262395" y="3335975"/>
            <a:ext cx="1327787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accent1"/>
                </a:solidFill>
              </a:rPr>
              <a:t>0x0801 3000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FD3C6B2-9A1F-077A-313E-03111AA0AA43}"/>
              </a:ext>
            </a:extLst>
          </p:cNvPr>
          <p:cNvSpPr txBox="1"/>
          <p:nvPr/>
        </p:nvSpPr>
        <p:spPr>
          <a:xfrm>
            <a:off x="6258108" y="2989489"/>
            <a:ext cx="1327787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accent1"/>
                </a:solidFill>
              </a:rPr>
              <a:t>0x0801 3400 </a:t>
            </a:r>
          </a:p>
        </p:txBody>
      </p:sp>
    </p:spTree>
    <p:extLst>
      <p:ext uri="{BB962C8B-B14F-4D97-AF65-F5344CB8AC3E}">
        <p14:creationId xmlns:p14="http://schemas.microsoft.com/office/powerpoint/2010/main" val="3996162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3BEE7-3CB7-12F2-FE64-E3029130A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385BE260-3B34-413C-021C-39E0AF848FBD}"/>
              </a:ext>
            </a:extLst>
          </p:cNvPr>
          <p:cNvGrpSpPr/>
          <p:nvPr/>
        </p:nvGrpSpPr>
        <p:grpSpPr>
          <a:xfrm>
            <a:off x="399814" y="141797"/>
            <a:ext cx="2101937" cy="307777"/>
            <a:chOff x="426281" y="283235"/>
            <a:chExt cx="2102420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88EDDFA-7CB9-4CD3-921C-41F1251B38DF}"/>
                </a:ext>
              </a:extLst>
            </p:cNvPr>
            <p:cNvSpPr txBox="1"/>
            <p:nvPr/>
          </p:nvSpPr>
          <p:spPr>
            <a:xfrm>
              <a:off x="426281" y="283235"/>
              <a:ext cx="14911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2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4715143-AAD2-FCA1-E07B-CF8ED00D8669}"/>
                </a:ext>
              </a:extLst>
            </p:cNvPr>
            <p:cNvSpPr txBox="1"/>
            <p:nvPr/>
          </p:nvSpPr>
          <p:spPr>
            <a:xfrm>
              <a:off x="690724" y="298625"/>
              <a:ext cx="1837977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Boot loader 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기능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CB45F2D2-E260-1A11-CD7B-132C4751AC01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D46208E8-30E2-FCA6-EF6B-63418105C591}"/>
              </a:ext>
            </a:extLst>
          </p:cNvPr>
          <p:cNvSpPr txBox="1"/>
          <p:nvPr/>
        </p:nvSpPr>
        <p:spPr>
          <a:xfrm>
            <a:off x="593055" y="1867411"/>
            <a:ext cx="4546617" cy="31900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[LED </a:t>
            </a:r>
            <a:r>
              <a:rPr lang="ko-KR" altLang="en-US" sz="1400" dirty="0"/>
              <a:t>항상 점등</a:t>
            </a:r>
            <a:r>
              <a:rPr lang="en-US" altLang="ko-KR" sz="1400" dirty="0"/>
              <a:t>]</a:t>
            </a:r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UART</a:t>
            </a:r>
            <a:r>
              <a:rPr lang="ko-KR" altLang="en-US" sz="1400" dirty="0"/>
              <a:t>에서 진행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CLI </a:t>
            </a:r>
            <a:r>
              <a:rPr lang="ko-KR" altLang="en-US" sz="1400" dirty="0"/>
              <a:t>명령어 구현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YMODEM</a:t>
            </a:r>
            <a:r>
              <a:rPr lang="ko-KR" altLang="en-US" sz="1400" dirty="0"/>
              <a:t>으로 </a:t>
            </a:r>
            <a:r>
              <a:rPr lang="en-US" altLang="ko-KR" sz="1400" dirty="0"/>
              <a:t>FW </a:t>
            </a:r>
            <a:r>
              <a:rPr lang="ko-KR" altLang="en-US" sz="1400" dirty="0"/>
              <a:t>바이너리 수신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Flash Erase/Write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CRC </a:t>
            </a:r>
            <a:r>
              <a:rPr lang="ko-KR" altLang="en-US" sz="1400" dirty="0"/>
              <a:t>검증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Application/Backup jump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rollback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C1956C-BB25-F888-24DE-E2655ECA46C9}"/>
              </a:ext>
            </a:extLst>
          </p:cNvPr>
          <p:cNvSpPr txBox="1"/>
          <p:nvPr/>
        </p:nvSpPr>
        <p:spPr>
          <a:xfrm>
            <a:off x="1460153" y="989951"/>
            <a:ext cx="2463701" cy="321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&lt;Boot loader&gt;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C4B5AC-6DF6-A77F-971C-4C944653A2C4}"/>
              </a:ext>
            </a:extLst>
          </p:cNvPr>
          <p:cNvSpPr txBox="1"/>
          <p:nvPr/>
        </p:nvSpPr>
        <p:spPr>
          <a:xfrm>
            <a:off x="7052329" y="2165917"/>
            <a:ext cx="4546617" cy="927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dirty="0"/>
              <a:t>개발보드 </a:t>
            </a:r>
            <a:r>
              <a:rPr lang="en-US" altLang="ko-KR" sz="1400" dirty="0"/>
              <a:t>: NUCLEO-L412RB-P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MCU : STM32L412RBT6P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Flash Memory : 128KB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8E4452-55D2-47CF-54D5-A3A4025E33AC}"/>
              </a:ext>
            </a:extLst>
          </p:cNvPr>
          <p:cNvSpPr txBox="1"/>
          <p:nvPr/>
        </p:nvSpPr>
        <p:spPr>
          <a:xfrm>
            <a:off x="7915672" y="946908"/>
            <a:ext cx="2463701" cy="321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&lt;MCU Spec&gt;</a:t>
            </a:r>
          </a:p>
        </p:txBody>
      </p:sp>
    </p:spTree>
    <p:extLst>
      <p:ext uri="{BB962C8B-B14F-4D97-AF65-F5344CB8AC3E}">
        <p14:creationId xmlns:p14="http://schemas.microsoft.com/office/powerpoint/2010/main" val="2484717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13E79-2B1B-C543-256A-CDCF15E4E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63BC01B1-C0BD-A99A-D150-F9E561214335}"/>
              </a:ext>
            </a:extLst>
          </p:cNvPr>
          <p:cNvGrpSpPr/>
          <p:nvPr/>
        </p:nvGrpSpPr>
        <p:grpSpPr>
          <a:xfrm>
            <a:off x="399814" y="141797"/>
            <a:ext cx="2101937" cy="307777"/>
            <a:chOff x="426281" y="283235"/>
            <a:chExt cx="2102420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37EB649-3D56-EBD6-A658-F086F4215880}"/>
                </a:ext>
              </a:extLst>
            </p:cNvPr>
            <p:cNvSpPr txBox="1"/>
            <p:nvPr/>
          </p:nvSpPr>
          <p:spPr>
            <a:xfrm>
              <a:off x="426281" y="283235"/>
              <a:ext cx="14911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2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5543995-5F86-14D7-5AE6-A2304974F721}"/>
                </a:ext>
              </a:extLst>
            </p:cNvPr>
            <p:cNvSpPr txBox="1"/>
            <p:nvPr/>
          </p:nvSpPr>
          <p:spPr>
            <a:xfrm>
              <a:off x="690724" y="298625"/>
              <a:ext cx="1837977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Boot loader 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기능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19FBD43E-8B38-4615-116B-529A5CF1E445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A4DF8C1-ACAB-303B-6F60-3089C257A406}"/>
              </a:ext>
            </a:extLst>
          </p:cNvPr>
          <p:cNvSpPr txBox="1"/>
          <p:nvPr/>
        </p:nvSpPr>
        <p:spPr>
          <a:xfrm>
            <a:off x="6773122" y="2151957"/>
            <a:ext cx="4546617" cy="35132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CLI </a:t>
            </a:r>
            <a:r>
              <a:rPr lang="ko-KR" altLang="en-US" sz="1400" dirty="0"/>
              <a:t>진입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 err="1"/>
              <a:t>Appication</a:t>
            </a:r>
            <a:r>
              <a:rPr lang="en-US" altLang="ko-KR" sz="1400" dirty="0"/>
              <a:t> Header </a:t>
            </a:r>
            <a:r>
              <a:rPr lang="ko-KR" altLang="en-US" sz="1400" dirty="0"/>
              <a:t>확인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 err="1"/>
              <a:t>Appication</a:t>
            </a:r>
            <a:r>
              <a:rPr lang="en-US" altLang="ko-KR" sz="1400" dirty="0"/>
              <a:t> CRC </a:t>
            </a:r>
            <a:r>
              <a:rPr lang="ko-KR" altLang="en-US" sz="1400" dirty="0"/>
              <a:t>검증 </a:t>
            </a:r>
            <a:r>
              <a:rPr lang="en-US" altLang="ko-KR" sz="1400" dirty="0"/>
              <a:t>: ERROR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ko-KR" sz="1400" dirty="0" err="1"/>
              <a:t>Appication</a:t>
            </a:r>
            <a:r>
              <a:rPr lang="en-US" altLang="ko-KR" sz="1400" dirty="0"/>
              <a:t> Backup Header </a:t>
            </a:r>
            <a:r>
              <a:rPr lang="ko-KR" altLang="en-US" sz="1400" dirty="0"/>
              <a:t>확인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ko-KR" sz="1400" dirty="0" err="1"/>
              <a:t>Appication</a:t>
            </a:r>
            <a:r>
              <a:rPr lang="en-US" altLang="ko-KR" sz="1400" dirty="0"/>
              <a:t> Backup CRC </a:t>
            </a:r>
            <a:r>
              <a:rPr lang="ko-KR" altLang="en-US" sz="1400" dirty="0"/>
              <a:t>검증 </a:t>
            </a:r>
            <a:r>
              <a:rPr lang="en-US" altLang="ko-KR" sz="1400" dirty="0"/>
              <a:t>: PASS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ko-KR" sz="1400" dirty="0" err="1"/>
              <a:t>Appication</a:t>
            </a:r>
            <a:r>
              <a:rPr lang="en-US" altLang="ko-KR" sz="1400" dirty="0"/>
              <a:t> Backup</a:t>
            </a:r>
            <a:r>
              <a:rPr lang="ko-KR" altLang="en-US" sz="1400" dirty="0"/>
              <a:t>을 </a:t>
            </a:r>
            <a:r>
              <a:rPr lang="en-US" altLang="ko-KR" sz="1400" dirty="0" err="1"/>
              <a:t>Appication</a:t>
            </a:r>
            <a:r>
              <a:rPr lang="ko-KR" altLang="en-US" sz="1400" dirty="0"/>
              <a:t>으로 복사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ko-KR" sz="1400" dirty="0" err="1"/>
              <a:t>Appication</a:t>
            </a:r>
            <a:r>
              <a:rPr lang="en-US" altLang="ko-KR" sz="1400" dirty="0"/>
              <a:t> CRC </a:t>
            </a:r>
            <a:r>
              <a:rPr lang="ko-KR" altLang="en-US" sz="1400" dirty="0"/>
              <a:t>검증 </a:t>
            </a:r>
            <a:r>
              <a:rPr lang="en-US" altLang="ko-KR" sz="1400" dirty="0"/>
              <a:t>: PASS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ko-KR" sz="1400" dirty="0" err="1"/>
              <a:t>Appication</a:t>
            </a:r>
            <a:r>
              <a:rPr lang="en-US" altLang="ko-KR" sz="1400" dirty="0"/>
              <a:t> </a:t>
            </a:r>
            <a:r>
              <a:rPr lang="ko-KR" altLang="en-US" sz="1400" dirty="0"/>
              <a:t>주소로 </a:t>
            </a:r>
            <a:r>
              <a:rPr lang="en-US" altLang="ko-KR" sz="1400" dirty="0"/>
              <a:t>jump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endParaRPr lang="en-US" altLang="ko-KR" sz="1400" dirty="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2EB076-1C99-55E0-24EC-B8AC66E508C0}"/>
              </a:ext>
            </a:extLst>
          </p:cNvPr>
          <p:cNvSpPr txBox="1"/>
          <p:nvPr/>
        </p:nvSpPr>
        <p:spPr>
          <a:xfrm>
            <a:off x="1088888" y="2277600"/>
            <a:ext cx="4546617" cy="12510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CLI </a:t>
            </a:r>
            <a:r>
              <a:rPr lang="ko-KR" altLang="en-US" sz="1400" dirty="0"/>
              <a:t>진입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 err="1"/>
              <a:t>Appication</a:t>
            </a:r>
            <a:r>
              <a:rPr lang="en-US" altLang="ko-KR" sz="1400" dirty="0"/>
              <a:t> Header </a:t>
            </a:r>
            <a:r>
              <a:rPr lang="ko-KR" altLang="en-US" sz="1400" dirty="0"/>
              <a:t>확인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 err="1"/>
              <a:t>Appication</a:t>
            </a:r>
            <a:r>
              <a:rPr lang="en-US" altLang="ko-KR" sz="1400" dirty="0"/>
              <a:t> CRC </a:t>
            </a:r>
            <a:r>
              <a:rPr lang="ko-KR" altLang="en-US" sz="1400" dirty="0"/>
              <a:t>검증 </a:t>
            </a:r>
            <a:r>
              <a:rPr lang="en-US" altLang="ko-KR" sz="1400" dirty="0"/>
              <a:t>: PASS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 err="1"/>
              <a:t>Appication</a:t>
            </a:r>
            <a:r>
              <a:rPr lang="en-US" altLang="ko-KR" sz="1400" dirty="0"/>
              <a:t> </a:t>
            </a:r>
            <a:r>
              <a:rPr lang="ko-KR" altLang="en-US" sz="1400" dirty="0"/>
              <a:t>주소로 </a:t>
            </a:r>
            <a:r>
              <a:rPr lang="en-US" altLang="ko-KR" sz="1400" dirty="0"/>
              <a:t>jump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99A0BB-D234-E745-BCAF-ABC60219F67A}"/>
              </a:ext>
            </a:extLst>
          </p:cNvPr>
          <p:cNvSpPr txBox="1"/>
          <p:nvPr/>
        </p:nvSpPr>
        <p:spPr>
          <a:xfrm>
            <a:off x="874782" y="1034199"/>
            <a:ext cx="3794939" cy="321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&lt;boot flow&gt; - </a:t>
            </a:r>
            <a:r>
              <a:rPr lang="en-US" altLang="ko-KR" sz="1600" b="1" dirty="0" err="1"/>
              <a:t>Appication</a:t>
            </a:r>
            <a:r>
              <a:rPr lang="en-US" altLang="ko-KR" sz="1600" b="1" dirty="0"/>
              <a:t> CRC PASS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F5C59A-FF96-84DD-1096-8B104723B176}"/>
              </a:ext>
            </a:extLst>
          </p:cNvPr>
          <p:cNvSpPr txBox="1"/>
          <p:nvPr/>
        </p:nvSpPr>
        <p:spPr>
          <a:xfrm>
            <a:off x="6436800" y="1034198"/>
            <a:ext cx="3794939" cy="321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&lt;boot flow&gt; - </a:t>
            </a:r>
            <a:r>
              <a:rPr lang="en-US" altLang="ko-KR" sz="1600" b="1" dirty="0" err="1"/>
              <a:t>Appication</a:t>
            </a:r>
            <a:r>
              <a:rPr lang="en-US" altLang="ko-KR" sz="1600" b="1" dirty="0"/>
              <a:t> CRC ERROR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CDF7A9-EEFC-D036-34E8-A92528CCEC23}"/>
              </a:ext>
            </a:extLst>
          </p:cNvPr>
          <p:cNvSpPr txBox="1"/>
          <p:nvPr/>
        </p:nvSpPr>
        <p:spPr>
          <a:xfrm>
            <a:off x="3793308" y="2621572"/>
            <a:ext cx="1327787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accent1"/>
                </a:solidFill>
              </a:rPr>
              <a:t>0x0800 6000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3C03B4-1970-C43B-33E1-6BA4AF2BAE33}"/>
              </a:ext>
            </a:extLst>
          </p:cNvPr>
          <p:cNvSpPr txBox="1"/>
          <p:nvPr/>
        </p:nvSpPr>
        <p:spPr>
          <a:xfrm>
            <a:off x="3793308" y="3247096"/>
            <a:ext cx="1327787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accent1"/>
                </a:solidFill>
              </a:rPr>
              <a:t>0x0800 6400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AED85F-32AA-5CFE-DC43-864DF737A664}"/>
              </a:ext>
            </a:extLst>
          </p:cNvPr>
          <p:cNvSpPr txBox="1"/>
          <p:nvPr/>
        </p:nvSpPr>
        <p:spPr>
          <a:xfrm>
            <a:off x="10325567" y="2480796"/>
            <a:ext cx="1327787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accent1"/>
                </a:solidFill>
              </a:rPr>
              <a:t>0x0800 6000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5007BD-FDD8-D531-74CF-111C6A62D83B}"/>
              </a:ext>
            </a:extLst>
          </p:cNvPr>
          <p:cNvSpPr txBox="1"/>
          <p:nvPr/>
        </p:nvSpPr>
        <p:spPr>
          <a:xfrm>
            <a:off x="10325567" y="3106320"/>
            <a:ext cx="1327787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accent1"/>
                </a:solidFill>
              </a:rPr>
              <a:t>0x0800 6400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170EEA-7CED-50BB-8C84-216138CD1EC4}"/>
              </a:ext>
            </a:extLst>
          </p:cNvPr>
          <p:cNvSpPr txBox="1"/>
          <p:nvPr/>
        </p:nvSpPr>
        <p:spPr>
          <a:xfrm>
            <a:off x="10325567" y="3478665"/>
            <a:ext cx="1327787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accent1"/>
                </a:solidFill>
              </a:rPr>
              <a:t>0x0801 3000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A3DB94-328B-64D2-CE1E-74EC880A169E}"/>
              </a:ext>
            </a:extLst>
          </p:cNvPr>
          <p:cNvSpPr txBox="1"/>
          <p:nvPr/>
        </p:nvSpPr>
        <p:spPr>
          <a:xfrm>
            <a:off x="10325566" y="4078727"/>
            <a:ext cx="1327787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accent1"/>
                </a:solidFill>
              </a:rPr>
              <a:t>0x0800 6000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F0033D-166E-FC1C-8A94-C4BADECC617C}"/>
              </a:ext>
            </a:extLst>
          </p:cNvPr>
          <p:cNvSpPr txBox="1"/>
          <p:nvPr/>
        </p:nvSpPr>
        <p:spPr>
          <a:xfrm>
            <a:off x="10277098" y="4422699"/>
            <a:ext cx="1327787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accent1"/>
                </a:solidFill>
              </a:rPr>
              <a:t>0x0800 6400 </a:t>
            </a:r>
          </a:p>
        </p:txBody>
      </p:sp>
    </p:spTree>
    <p:extLst>
      <p:ext uri="{BB962C8B-B14F-4D97-AF65-F5344CB8AC3E}">
        <p14:creationId xmlns:p14="http://schemas.microsoft.com/office/powerpoint/2010/main" val="3509597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CC852-3DFA-FD42-215A-63160A9CE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C5479F7B-B3EC-F9D1-4673-D2620DFF78B9}"/>
              </a:ext>
            </a:extLst>
          </p:cNvPr>
          <p:cNvGrpSpPr/>
          <p:nvPr/>
        </p:nvGrpSpPr>
        <p:grpSpPr>
          <a:xfrm>
            <a:off x="399814" y="141797"/>
            <a:ext cx="1977994" cy="307777"/>
            <a:chOff x="426281" y="283235"/>
            <a:chExt cx="1978449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A927C10-52F0-019B-75C3-71F7197A4D69}"/>
                </a:ext>
              </a:extLst>
            </p:cNvPr>
            <p:cNvSpPr txBox="1"/>
            <p:nvPr/>
          </p:nvSpPr>
          <p:spPr>
            <a:xfrm>
              <a:off x="426281" y="283235"/>
              <a:ext cx="14911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3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CBDB9A7-0E47-7AD6-6DC7-F5DE26A0E053}"/>
                </a:ext>
              </a:extLst>
            </p:cNvPr>
            <p:cNvSpPr txBox="1"/>
            <p:nvPr/>
          </p:nvSpPr>
          <p:spPr>
            <a:xfrm>
              <a:off x="690724" y="298625"/>
              <a:ext cx="1714006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Application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기능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0414F2E-1E4B-6B5A-6138-9A40FF09FB65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09808018-D54E-5006-D0E2-85DCCABC8AA6}"/>
              </a:ext>
            </a:extLst>
          </p:cNvPr>
          <p:cNvSpPr txBox="1"/>
          <p:nvPr/>
        </p:nvSpPr>
        <p:spPr>
          <a:xfrm>
            <a:off x="7300092" y="2539924"/>
            <a:ext cx="4546617" cy="22205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[LED 100ms </a:t>
            </a:r>
            <a:r>
              <a:rPr lang="ko-KR" altLang="en-US" sz="1400" dirty="0"/>
              <a:t>간격으로 점등</a:t>
            </a:r>
            <a:r>
              <a:rPr lang="en-US" altLang="ko-KR" sz="1400" dirty="0"/>
              <a:t>]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UART log </a:t>
            </a:r>
            <a:r>
              <a:rPr lang="ko-KR" altLang="en-US" sz="1400" dirty="0"/>
              <a:t>출력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     . Application </a:t>
            </a:r>
            <a:r>
              <a:rPr lang="ko-KR" altLang="en-US" sz="1400" dirty="0"/>
              <a:t>실행 중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     . FW </a:t>
            </a:r>
            <a:r>
              <a:rPr lang="ko-KR" altLang="en-US" sz="1400" dirty="0"/>
              <a:t>버전 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D6FDE93-B4C2-CDDB-55E5-43BEA647B181}"/>
              </a:ext>
            </a:extLst>
          </p:cNvPr>
          <p:cNvSpPr txBox="1"/>
          <p:nvPr/>
        </p:nvSpPr>
        <p:spPr>
          <a:xfrm>
            <a:off x="8163435" y="1320915"/>
            <a:ext cx="2463701" cy="321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&lt;application&gt;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008BEC-E522-FDF3-9274-EA3D8C53DCBA}"/>
              </a:ext>
            </a:extLst>
          </p:cNvPr>
          <p:cNvSpPr txBox="1"/>
          <p:nvPr/>
        </p:nvSpPr>
        <p:spPr>
          <a:xfrm>
            <a:off x="1745330" y="1320915"/>
            <a:ext cx="2463701" cy="321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&lt;FW Update Flow&gt;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2538E1-327C-8398-E344-F90B93FDBC2F}"/>
              </a:ext>
            </a:extLst>
          </p:cNvPr>
          <p:cNvSpPr txBox="1"/>
          <p:nvPr/>
        </p:nvSpPr>
        <p:spPr>
          <a:xfrm>
            <a:off x="864868" y="2507547"/>
            <a:ext cx="5152024" cy="31900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CLI </a:t>
            </a:r>
            <a:r>
              <a:rPr lang="ko-KR" altLang="en-US" sz="1400" dirty="0"/>
              <a:t>다운로드 대기 상태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Serial(</a:t>
            </a:r>
            <a:r>
              <a:rPr lang="en-US" altLang="ko-KR" sz="1400" dirty="0" err="1"/>
              <a:t>teraterm</a:t>
            </a:r>
            <a:r>
              <a:rPr lang="en-US" altLang="ko-KR" sz="1400" dirty="0"/>
              <a:t>)</a:t>
            </a:r>
            <a:r>
              <a:rPr lang="ko-KR" altLang="en-US" sz="1400" dirty="0"/>
              <a:t>에서 </a:t>
            </a:r>
            <a:r>
              <a:rPr lang="en-US" altLang="ko-KR" sz="1400" dirty="0"/>
              <a:t>YMODEM </a:t>
            </a:r>
            <a:r>
              <a:rPr lang="ko-KR" altLang="en-US" sz="1400" dirty="0"/>
              <a:t>통하여 </a:t>
            </a:r>
            <a:r>
              <a:rPr lang="en-US" altLang="ko-KR" sz="1400" dirty="0"/>
              <a:t>FW </a:t>
            </a:r>
            <a:r>
              <a:rPr lang="ko-KR" altLang="en-US" sz="1400" dirty="0"/>
              <a:t>패키지 전송</a:t>
            </a:r>
            <a:r>
              <a:rPr lang="en-US" altLang="ko-KR" sz="1400" dirty="0"/>
              <a:t>/</a:t>
            </a:r>
            <a:r>
              <a:rPr lang="ko-KR" altLang="en-US" sz="1400" dirty="0"/>
              <a:t>수신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App Backup Header + App Backup </a:t>
            </a:r>
            <a:r>
              <a:rPr lang="ko-KR" altLang="en-US" sz="1400" dirty="0"/>
              <a:t>영역 </a:t>
            </a:r>
            <a:r>
              <a:rPr lang="en-US" altLang="ko-KR" sz="1400" dirty="0"/>
              <a:t>erase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dirty="0"/>
              <a:t>수신 </a:t>
            </a:r>
            <a:r>
              <a:rPr lang="en-US" altLang="ko-KR" sz="1400" dirty="0"/>
              <a:t>Header</a:t>
            </a:r>
            <a:r>
              <a:rPr lang="ko-KR" altLang="en-US" sz="1400" dirty="0"/>
              <a:t>를 </a:t>
            </a:r>
            <a:r>
              <a:rPr lang="en-US" altLang="ko-KR" sz="1400" dirty="0"/>
              <a:t>App Backup Header write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dirty="0"/>
              <a:t>수신 </a:t>
            </a:r>
            <a:r>
              <a:rPr lang="en-US" altLang="ko-KR" sz="1400" dirty="0"/>
              <a:t>FW binary</a:t>
            </a:r>
            <a:r>
              <a:rPr lang="ko-KR" altLang="en-US" sz="1400" dirty="0"/>
              <a:t>를 </a:t>
            </a:r>
            <a:r>
              <a:rPr lang="en-US" altLang="ko-KR" sz="1400" dirty="0"/>
              <a:t>App Backup write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App Backup CRC </a:t>
            </a:r>
            <a:r>
              <a:rPr lang="ko-KR" altLang="en-US" sz="1400" dirty="0"/>
              <a:t>계산 </a:t>
            </a:r>
            <a:r>
              <a:rPr lang="en-US" altLang="ko-KR" sz="1400" dirty="0"/>
              <a:t>: PASS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Application, App Backup</a:t>
            </a:r>
            <a:r>
              <a:rPr lang="ko-KR" altLang="en-US" sz="1400" dirty="0"/>
              <a:t>으로 복구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Application CRC</a:t>
            </a:r>
            <a:r>
              <a:rPr lang="ko-KR" altLang="en-US" sz="1400" dirty="0"/>
              <a:t> 계산 </a:t>
            </a:r>
            <a:r>
              <a:rPr lang="en-US" altLang="ko-KR" sz="1400" dirty="0"/>
              <a:t>: PASS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Application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756078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0D702-822C-5165-CB89-B5929C017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DE931CD4-881A-60C6-A567-C2AED107ABD1}"/>
              </a:ext>
            </a:extLst>
          </p:cNvPr>
          <p:cNvGrpSpPr/>
          <p:nvPr/>
        </p:nvGrpSpPr>
        <p:grpSpPr>
          <a:xfrm>
            <a:off x="399814" y="141797"/>
            <a:ext cx="3016739" cy="307777"/>
            <a:chOff x="426281" y="283235"/>
            <a:chExt cx="3017433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E831FA-E816-73E9-25FB-66CDDA292E72}"/>
                </a:ext>
              </a:extLst>
            </p:cNvPr>
            <p:cNvSpPr txBox="1"/>
            <p:nvPr/>
          </p:nvSpPr>
          <p:spPr>
            <a:xfrm>
              <a:off x="426281" y="283235"/>
              <a:ext cx="14911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4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4993827-EA28-C700-B87B-652A94355AA3}"/>
                </a:ext>
              </a:extLst>
            </p:cNvPr>
            <p:cNvSpPr txBox="1"/>
            <p:nvPr/>
          </p:nvSpPr>
          <p:spPr>
            <a:xfrm>
              <a:off x="690724" y="298625"/>
              <a:ext cx="2752990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STM32 IDE 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프로젝트 구성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996EB297-4058-9ECA-31D1-122610173A86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1BE0543C-C41F-E461-AAAB-52300F4AF0DC}"/>
              </a:ext>
            </a:extLst>
          </p:cNvPr>
          <p:cNvSpPr txBox="1"/>
          <p:nvPr/>
        </p:nvSpPr>
        <p:spPr>
          <a:xfrm>
            <a:off x="664196" y="1796164"/>
            <a:ext cx="2463701" cy="321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&lt;Boot loader project&gt;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5730DC-5275-B71C-4A92-A5820122E25B}"/>
              </a:ext>
            </a:extLst>
          </p:cNvPr>
          <p:cNvSpPr txBox="1"/>
          <p:nvPr/>
        </p:nvSpPr>
        <p:spPr>
          <a:xfrm>
            <a:off x="4648700" y="1796166"/>
            <a:ext cx="2463701" cy="321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&lt;Application project&gt;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D28C91-6E5E-16ED-37AC-EDFE1719BADD}"/>
              </a:ext>
            </a:extLst>
          </p:cNvPr>
          <p:cNvSpPr txBox="1"/>
          <p:nvPr/>
        </p:nvSpPr>
        <p:spPr>
          <a:xfrm>
            <a:off x="8465680" y="1796165"/>
            <a:ext cx="3062124" cy="321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&lt;Application Backup project&gt;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646089-43F0-5F2C-BC70-FB28883B9E17}"/>
              </a:ext>
            </a:extLst>
          </p:cNvPr>
          <p:cNvSpPr txBox="1"/>
          <p:nvPr/>
        </p:nvSpPr>
        <p:spPr>
          <a:xfrm>
            <a:off x="854589" y="762907"/>
            <a:ext cx="2691330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총 </a:t>
            </a:r>
            <a:r>
              <a:rPr lang="en-US" altLang="ko-KR" sz="1400" dirty="0"/>
              <a:t>3</a:t>
            </a:r>
            <a:r>
              <a:rPr lang="ko-KR" altLang="en-US" sz="1400" dirty="0"/>
              <a:t>가지의 </a:t>
            </a:r>
            <a:r>
              <a:rPr lang="en-US" altLang="ko-KR" sz="1400" dirty="0"/>
              <a:t>IDE</a:t>
            </a:r>
            <a:r>
              <a:rPr lang="ko-KR" altLang="en-US" sz="1400" dirty="0"/>
              <a:t> 프로젝트 구성</a:t>
            </a:r>
            <a:endParaRPr lang="en-US" altLang="ko-KR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998503-D5F1-5302-1CCB-49F95078EBBF}"/>
              </a:ext>
            </a:extLst>
          </p:cNvPr>
          <p:cNvSpPr txBox="1"/>
          <p:nvPr/>
        </p:nvSpPr>
        <p:spPr>
          <a:xfrm>
            <a:off x="596811" y="2654528"/>
            <a:ext cx="2628020" cy="12510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ko-KR" sz="1400" dirty="0"/>
              <a:t>Flash </a:t>
            </a:r>
            <a:r>
              <a:rPr lang="ko-KR" altLang="en-US" sz="1400" dirty="0"/>
              <a:t>시작</a:t>
            </a:r>
            <a:r>
              <a:rPr lang="en-US" altLang="ko-KR" sz="1400" dirty="0"/>
              <a:t> </a:t>
            </a:r>
            <a:r>
              <a:rPr lang="ko-KR" altLang="en-US" sz="1400" dirty="0"/>
              <a:t>주소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ko-KR" altLang="en-US" sz="1400" dirty="0"/>
              <a:t>크기</a:t>
            </a:r>
            <a:r>
              <a:rPr lang="en-US" altLang="ko-KR" sz="1400" dirty="0"/>
              <a:t> : 24KB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8C7C6E-9A7D-928D-F9D0-37F3104E7F94}"/>
              </a:ext>
            </a:extLst>
          </p:cNvPr>
          <p:cNvSpPr txBox="1"/>
          <p:nvPr/>
        </p:nvSpPr>
        <p:spPr>
          <a:xfrm>
            <a:off x="4895422" y="2654528"/>
            <a:ext cx="2628020" cy="12510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ko-KR" sz="1400" dirty="0"/>
              <a:t>Flash </a:t>
            </a:r>
            <a:r>
              <a:rPr lang="ko-KR" altLang="en-US" sz="1400" dirty="0"/>
              <a:t>시작</a:t>
            </a:r>
            <a:r>
              <a:rPr lang="en-US" altLang="ko-KR" sz="1400" dirty="0"/>
              <a:t> </a:t>
            </a:r>
            <a:r>
              <a:rPr lang="ko-KR" altLang="en-US" sz="1400" dirty="0"/>
              <a:t>주소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ko-KR" altLang="en-US" sz="1400" dirty="0"/>
              <a:t>크기</a:t>
            </a:r>
            <a:r>
              <a:rPr lang="en-US" altLang="ko-KR" sz="1400" dirty="0"/>
              <a:t> : 52KB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481592-6ABA-38C0-0CCF-300744B71B9B}"/>
              </a:ext>
            </a:extLst>
          </p:cNvPr>
          <p:cNvSpPr txBox="1"/>
          <p:nvPr/>
        </p:nvSpPr>
        <p:spPr>
          <a:xfrm>
            <a:off x="8836963" y="2654528"/>
            <a:ext cx="2628020" cy="18973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ko-KR" sz="1400" dirty="0"/>
              <a:t>Flash </a:t>
            </a:r>
            <a:r>
              <a:rPr lang="ko-KR" altLang="en-US" sz="1400" dirty="0"/>
              <a:t>시작</a:t>
            </a:r>
            <a:r>
              <a:rPr lang="en-US" altLang="ko-KR" sz="1400" dirty="0"/>
              <a:t> </a:t>
            </a:r>
            <a:r>
              <a:rPr lang="ko-KR" altLang="en-US" sz="1400" dirty="0"/>
              <a:t>주소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ko-KR" altLang="en-US" sz="1400" dirty="0"/>
              <a:t>크기</a:t>
            </a:r>
            <a:r>
              <a:rPr lang="en-US" altLang="ko-KR" sz="1400" dirty="0"/>
              <a:t> : 52KB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ko-KR" sz="1400" dirty="0"/>
              <a:t>Application</a:t>
            </a:r>
            <a:r>
              <a:rPr lang="ko-KR" altLang="en-US" sz="1400" dirty="0"/>
              <a:t>에서 주소만 변경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ko-KR" sz="1400" dirty="0"/>
              <a:t>ORIGIN </a:t>
            </a:r>
            <a:r>
              <a:rPr lang="ko-KR" altLang="en-US" sz="1400" dirty="0"/>
              <a:t>주소는 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DF2883-5F1D-77BB-D7EA-D9F3D22CDE68}"/>
              </a:ext>
            </a:extLst>
          </p:cNvPr>
          <p:cNvSpPr txBox="1"/>
          <p:nvPr/>
        </p:nvSpPr>
        <p:spPr>
          <a:xfrm>
            <a:off x="6669131" y="2654528"/>
            <a:ext cx="1327787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accent1"/>
                </a:solidFill>
              </a:rPr>
              <a:t>0x0800 6000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52F48E-3323-F1E1-76EA-194BE2789BA1}"/>
              </a:ext>
            </a:extLst>
          </p:cNvPr>
          <p:cNvSpPr txBox="1"/>
          <p:nvPr/>
        </p:nvSpPr>
        <p:spPr>
          <a:xfrm>
            <a:off x="2344156" y="2654528"/>
            <a:ext cx="1143980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accent1"/>
                </a:solidFill>
              </a:rPr>
              <a:t>0x0800 0000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97D27D-B5C2-674E-F755-05AE72AA1C8C}"/>
              </a:ext>
            </a:extLst>
          </p:cNvPr>
          <p:cNvSpPr txBox="1"/>
          <p:nvPr/>
        </p:nvSpPr>
        <p:spPr>
          <a:xfrm>
            <a:off x="10680831" y="2654528"/>
            <a:ext cx="1327787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accent1"/>
                </a:solidFill>
              </a:rPr>
              <a:t>0x0801 3000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854978-6011-09B9-7428-48481290F45C}"/>
              </a:ext>
            </a:extLst>
          </p:cNvPr>
          <p:cNvSpPr txBox="1"/>
          <p:nvPr/>
        </p:nvSpPr>
        <p:spPr>
          <a:xfrm>
            <a:off x="10680830" y="3602664"/>
            <a:ext cx="1327787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accent1"/>
                </a:solidFill>
              </a:rPr>
              <a:t>0x0800 6000 </a:t>
            </a:r>
          </a:p>
        </p:txBody>
      </p:sp>
    </p:spTree>
    <p:extLst>
      <p:ext uri="{BB962C8B-B14F-4D97-AF65-F5344CB8AC3E}">
        <p14:creationId xmlns:p14="http://schemas.microsoft.com/office/powerpoint/2010/main" val="2968132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23510</TotalTime>
  <Words>376</Words>
  <Application>Microsoft Office PowerPoint</Application>
  <PresentationFormat>와이드스크린</PresentationFormat>
  <Paragraphs>105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이진영</dc:creator>
  <cp:lastModifiedBy>규철 박</cp:lastModifiedBy>
  <cp:revision>962</cp:revision>
  <cp:lastPrinted>2026-01-14T01:22:07Z</cp:lastPrinted>
  <dcterms:created xsi:type="dcterms:W3CDTF">2025-05-12T02:30:34Z</dcterms:created>
  <dcterms:modified xsi:type="dcterms:W3CDTF">2026-05-08T06:01:04Z</dcterms:modified>
</cp:coreProperties>
</file>